
<file path=[Content_Types].xml><?xml version="1.0" encoding="utf-8"?>
<Types xmlns="http://schemas.openxmlformats.org/package/2006/content-types">
  <Default Extension="bin" ContentType="image/unknown"/>
  <Default Extension="jpg" ContentType="image/jpeg"/>
  <Default Extension="mid" ContentType="audio/mid"/>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handoutMasterIdLst>
    <p:handoutMasterId r:id="rId51"/>
  </p:handoutMasterIdLst>
  <p:sldIdLst>
    <p:sldId id="267" r:id="rId5"/>
    <p:sldId id="259" r:id="rId6"/>
    <p:sldId id="257" r:id="rId7"/>
    <p:sldId id="269" r:id="rId8"/>
    <p:sldId id="270" r:id="rId9"/>
    <p:sldId id="271" r:id="rId10"/>
    <p:sldId id="272" r:id="rId11"/>
    <p:sldId id="273" r:id="rId12"/>
    <p:sldId id="274" r:id="rId13"/>
    <p:sldId id="276" r:id="rId14"/>
    <p:sldId id="296" r:id="rId15"/>
    <p:sldId id="297" r:id="rId16"/>
    <p:sldId id="277" r:id="rId17"/>
    <p:sldId id="278" r:id="rId18"/>
    <p:sldId id="279" r:id="rId19"/>
    <p:sldId id="280" r:id="rId20"/>
    <p:sldId id="281" r:id="rId21"/>
    <p:sldId id="306" r:id="rId22"/>
    <p:sldId id="307" r:id="rId23"/>
    <p:sldId id="309" r:id="rId24"/>
    <p:sldId id="310" r:id="rId25"/>
    <p:sldId id="312" r:id="rId26"/>
    <p:sldId id="313" r:id="rId27"/>
    <p:sldId id="282" r:id="rId28"/>
    <p:sldId id="283" r:id="rId29"/>
    <p:sldId id="284" r:id="rId30"/>
    <p:sldId id="285" r:id="rId31"/>
    <p:sldId id="286" r:id="rId32"/>
    <p:sldId id="287" r:id="rId33"/>
    <p:sldId id="289" r:id="rId34"/>
    <p:sldId id="290" r:id="rId35"/>
    <p:sldId id="291" r:id="rId36"/>
    <p:sldId id="298" r:id="rId37"/>
    <p:sldId id="299" r:id="rId38"/>
    <p:sldId id="300" r:id="rId39"/>
    <p:sldId id="301" r:id="rId40"/>
    <p:sldId id="302" r:id="rId41"/>
    <p:sldId id="314" r:id="rId42"/>
    <p:sldId id="315" r:id="rId43"/>
    <p:sldId id="292" r:id="rId44"/>
    <p:sldId id="303" r:id="rId45"/>
    <p:sldId id="293" r:id="rId46"/>
    <p:sldId id="305" r:id="rId47"/>
    <p:sldId id="294" r:id="rId48"/>
    <p:sldId id="288" r:id="rId49"/>
    <p:sldId id="30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a:srgbClr val="EFEDE3"/>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EF478-4FFE-4C9E-A2A4-FD22F599D8A9}" v="72" dt="2024-11-16T06:29:29.066"/>
  </p1510:revLst>
</p1510:revInfo>
</file>

<file path=ppt/tableStyles.xml><?xml version="1.0" encoding="utf-8"?>
<a:tblStyleLst xmlns:a="http://schemas.openxmlformats.org/drawingml/2006/main" def="{306799F8-075E-4A3A-A7F6-7FBC6576F1A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12" autoAdjust="0"/>
  </p:normalViewPr>
  <p:slideViewPr>
    <p:cSldViewPr snapToGrid="0">
      <p:cViewPr varScale="1">
        <p:scale>
          <a:sx n="78" d="100"/>
          <a:sy n="78" d="100"/>
        </p:scale>
        <p:origin x="878"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22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a Rajinikanth" userId="743dbc7969af350e" providerId="LiveId" clId="{CB0EF478-4FFE-4C9E-A2A4-FD22F599D8A9}"/>
    <pc:docChg chg="undo custSel addSld delSld modSld sldOrd">
      <pc:chgData name="Harshita Rajinikanth" userId="743dbc7969af350e" providerId="LiveId" clId="{CB0EF478-4FFE-4C9E-A2A4-FD22F599D8A9}" dt="2024-11-16T06:29:42.074" v="1191" actId="14100"/>
      <pc:docMkLst>
        <pc:docMk/>
      </pc:docMkLst>
      <pc:sldChg chg="modSp mod">
        <pc:chgData name="Harshita Rajinikanth" userId="743dbc7969af350e" providerId="LiveId" clId="{CB0EF478-4FFE-4C9E-A2A4-FD22F599D8A9}" dt="2024-11-16T06:28:10.657" v="1167" actId="20577"/>
        <pc:sldMkLst>
          <pc:docMk/>
          <pc:sldMk cId="3741056049" sldId="271"/>
        </pc:sldMkLst>
        <pc:spChg chg="mod">
          <ac:chgData name="Harshita Rajinikanth" userId="743dbc7969af350e" providerId="LiveId" clId="{CB0EF478-4FFE-4C9E-A2A4-FD22F599D8A9}" dt="2024-11-16T06:28:10.657" v="1167" actId="20577"/>
          <ac:spMkLst>
            <pc:docMk/>
            <pc:sldMk cId="3741056049" sldId="271"/>
            <ac:spMk id="2" creationId="{D12493CB-6205-3B3D-DD7C-475C9209E6AA}"/>
          </ac:spMkLst>
        </pc:spChg>
      </pc:sldChg>
      <pc:sldChg chg="modSp mod">
        <pc:chgData name="Harshita Rajinikanth" userId="743dbc7969af350e" providerId="LiveId" clId="{CB0EF478-4FFE-4C9E-A2A4-FD22F599D8A9}" dt="2024-11-16T06:28:31.960" v="1171" actId="1076"/>
        <pc:sldMkLst>
          <pc:docMk/>
          <pc:sldMk cId="1616337989" sldId="272"/>
        </pc:sldMkLst>
        <pc:spChg chg="mod">
          <ac:chgData name="Harshita Rajinikanth" userId="743dbc7969af350e" providerId="LiveId" clId="{CB0EF478-4FFE-4C9E-A2A4-FD22F599D8A9}" dt="2024-11-16T06:28:16.807" v="1169"/>
          <ac:spMkLst>
            <pc:docMk/>
            <pc:sldMk cId="1616337989" sldId="272"/>
            <ac:spMk id="2" creationId="{A417DF9C-12EE-5BD0-1725-03182293D8DB}"/>
          </ac:spMkLst>
        </pc:spChg>
        <pc:spChg chg="mod">
          <ac:chgData name="Harshita Rajinikanth" userId="743dbc7969af350e" providerId="LiveId" clId="{CB0EF478-4FFE-4C9E-A2A4-FD22F599D8A9}" dt="2024-11-16T06:28:21.836" v="1170" actId="14100"/>
          <ac:spMkLst>
            <pc:docMk/>
            <pc:sldMk cId="1616337989" sldId="272"/>
            <ac:spMk id="3" creationId="{5F908FBF-70EE-80D1-78B1-AB5E09C02A2D}"/>
          </ac:spMkLst>
        </pc:spChg>
        <pc:picChg chg="mod">
          <ac:chgData name="Harshita Rajinikanth" userId="743dbc7969af350e" providerId="LiveId" clId="{CB0EF478-4FFE-4C9E-A2A4-FD22F599D8A9}" dt="2024-11-16T06:28:31.960" v="1171" actId="1076"/>
          <ac:picMkLst>
            <pc:docMk/>
            <pc:sldMk cId="1616337989" sldId="272"/>
            <ac:picMk id="1026" creationId="{30218A6C-B9D0-43E3-8F12-8DD144656A7A}"/>
          </ac:picMkLst>
        </pc:picChg>
      </pc:sldChg>
      <pc:sldChg chg="modSp mod">
        <pc:chgData name="Harshita Rajinikanth" userId="743dbc7969af350e" providerId="LiveId" clId="{CB0EF478-4FFE-4C9E-A2A4-FD22F599D8A9}" dt="2024-11-16T06:28:44.746" v="1175" actId="14100"/>
        <pc:sldMkLst>
          <pc:docMk/>
          <pc:sldMk cId="761546985" sldId="273"/>
        </pc:sldMkLst>
        <pc:spChg chg="mod">
          <ac:chgData name="Harshita Rajinikanth" userId="743dbc7969af350e" providerId="LiveId" clId="{CB0EF478-4FFE-4C9E-A2A4-FD22F599D8A9}" dt="2024-11-16T06:28:38.774" v="1173"/>
          <ac:spMkLst>
            <pc:docMk/>
            <pc:sldMk cId="761546985" sldId="273"/>
            <ac:spMk id="2" creationId="{DA41707A-13B3-AC01-17A5-7DC7FD7F9BCD}"/>
          </ac:spMkLst>
        </pc:spChg>
        <pc:spChg chg="mod">
          <ac:chgData name="Harshita Rajinikanth" userId="743dbc7969af350e" providerId="LiveId" clId="{CB0EF478-4FFE-4C9E-A2A4-FD22F599D8A9}" dt="2024-11-16T06:28:44.746" v="1175" actId="14100"/>
          <ac:spMkLst>
            <pc:docMk/>
            <pc:sldMk cId="761546985" sldId="273"/>
            <ac:spMk id="3" creationId="{6006E419-F86F-C88D-E054-86BA76687139}"/>
          </ac:spMkLst>
        </pc:spChg>
        <pc:picChg chg="mod">
          <ac:chgData name="Harshita Rajinikanth" userId="743dbc7969af350e" providerId="LiveId" clId="{CB0EF478-4FFE-4C9E-A2A4-FD22F599D8A9}" dt="2024-11-16T06:28:41.557" v="1174" actId="1076"/>
          <ac:picMkLst>
            <pc:docMk/>
            <pc:sldMk cId="761546985" sldId="273"/>
            <ac:picMk id="2050" creationId="{784662B0-2037-CA53-F693-F4D84BFDB532}"/>
          </ac:picMkLst>
        </pc:picChg>
      </pc:sldChg>
      <pc:sldChg chg="modSp mod">
        <pc:chgData name="Harshita Rajinikanth" userId="743dbc7969af350e" providerId="LiveId" clId="{CB0EF478-4FFE-4C9E-A2A4-FD22F599D8A9}" dt="2024-11-16T06:29:02.364" v="1179" actId="14100"/>
        <pc:sldMkLst>
          <pc:docMk/>
          <pc:sldMk cId="1074399786" sldId="274"/>
        </pc:sldMkLst>
        <pc:spChg chg="mod">
          <ac:chgData name="Harshita Rajinikanth" userId="743dbc7969af350e" providerId="LiveId" clId="{CB0EF478-4FFE-4C9E-A2A4-FD22F599D8A9}" dt="2024-11-16T06:28:57.813" v="1177"/>
          <ac:spMkLst>
            <pc:docMk/>
            <pc:sldMk cId="1074399786" sldId="274"/>
            <ac:spMk id="2" creationId="{23EF1197-43E9-4B90-8887-C517F199AEA6}"/>
          </ac:spMkLst>
        </pc:spChg>
        <pc:spChg chg="mod">
          <ac:chgData name="Harshita Rajinikanth" userId="743dbc7969af350e" providerId="LiveId" clId="{CB0EF478-4FFE-4C9E-A2A4-FD22F599D8A9}" dt="2024-11-16T06:28:54.967" v="1176" actId="21"/>
          <ac:spMkLst>
            <pc:docMk/>
            <pc:sldMk cId="1074399786" sldId="274"/>
            <ac:spMk id="3" creationId="{BC8B53F1-F880-271B-B67E-679F4B9EE624}"/>
          </ac:spMkLst>
        </pc:spChg>
        <pc:picChg chg="mod">
          <ac:chgData name="Harshita Rajinikanth" userId="743dbc7969af350e" providerId="LiveId" clId="{CB0EF478-4FFE-4C9E-A2A4-FD22F599D8A9}" dt="2024-11-16T06:29:02.364" v="1179" actId="14100"/>
          <ac:picMkLst>
            <pc:docMk/>
            <pc:sldMk cId="1074399786" sldId="274"/>
            <ac:picMk id="3074" creationId="{71D1B86B-27C9-2039-9569-CBCCE9DBA92F}"/>
          </ac:picMkLst>
        </pc:picChg>
      </pc:sldChg>
      <pc:sldChg chg="modSp mod">
        <pc:chgData name="Harshita Rajinikanth" userId="743dbc7969af350e" providerId="LiveId" clId="{CB0EF478-4FFE-4C9E-A2A4-FD22F599D8A9}" dt="2024-11-16T06:29:18.174" v="1184" actId="14100"/>
        <pc:sldMkLst>
          <pc:docMk/>
          <pc:sldMk cId="2929306613" sldId="276"/>
        </pc:sldMkLst>
        <pc:spChg chg="mod">
          <ac:chgData name="Harshita Rajinikanth" userId="743dbc7969af350e" providerId="LiveId" clId="{CB0EF478-4FFE-4C9E-A2A4-FD22F599D8A9}" dt="2024-11-16T06:29:09.897" v="1181"/>
          <ac:spMkLst>
            <pc:docMk/>
            <pc:sldMk cId="2929306613" sldId="276"/>
            <ac:spMk id="2" creationId="{3AD1C0CF-31A5-31EA-B316-30CD7FD11EE9}"/>
          </ac:spMkLst>
        </pc:spChg>
        <pc:spChg chg="mod">
          <ac:chgData name="Harshita Rajinikanth" userId="743dbc7969af350e" providerId="LiveId" clId="{CB0EF478-4FFE-4C9E-A2A4-FD22F599D8A9}" dt="2024-11-16T06:29:06.708" v="1180" actId="21"/>
          <ac:spMkLst>
            <pc:docMk/>
            <pc:sldMk cId="2929306613" sldId="276"/>
            <ac:spMk id="3" creationId="{AA0ED0AC-C871-2702-BAE2-75C490D39AA1}"/>
          </ac:spMkLst>
        </pc:spChg>
        <pc:picChg chg="mod">
          <ac:chgData name="Harshita Rajinikanth" userId="743dbc7969af350e" providerId="LiveId" clId="{CB0EF478-4FFE-4C9E-A2A4-FD22F599D8A9}" dt="2024-11-16T06:29:18.174" v="1184" actId="14100"/>
          <ac:picMkLst>
            <pc:docMk/>
            <pc:sldMk cId="2929306613" sldId="276"/>
            <ac:picMk id="6" creationId="{E5FCE08A-D920-8DA1-51B9-B842DBA88B1C}"/>
          </ac:picMkLst>
        </pc:picChg>
      </pc:sldChg>
      <pc:sldChg chg="modSp mod">
        <pc:chgData name="Harshita Rajinikanth" userId="743dbc7969af350e" providerId="LiveId" clId="{CB0EF478-4FFE-4C9E-A2A4-FD22F599D8A9}" dt="2024-11-14T06:20:27.821" v="90" actId="20577"/>
        <pc:sldMkLst>
          <pc:docMk/>
          <pc:sldMk cId="3701025757" sldId="282"/>
        </pc:sldMkLst>
        <pc:spChg chg="mod">
          <ac:chgData name="Harshita Rajinikanth" userId="743dbc7969af350e" providerId="LiveId" clId="{CB0EF478-4FFE-4C9E-A2A4-FD22F599D8A9}" dt="2024-11-14T06:20:27.821" v="90" actId="20577"/>
          <ac:spMkLst>
            <pc:docMk/>
            <pc:sldMk cId="3701025757" sldId="282"/>
            <ac:spMk id="2" creationId="{71E8E35E-738D-466A-9074-2488BB50486B}"/>
          </ac:spMkLst>
        </pc:spChg>
      </pc:sldChg>
      <pc:sldChg chg="modSp mod">
        <pc:chgData name="Harshita Rajinikanth" userId="743dbc7969af350e" providerId="LiveId" clId="{CB0EF478-4FFE-4C9E-A2A4-FD22F599D8A9}" dt="2024-11-16T05:16:52.019" v="426" actId="20577"/>
        <pc:sldMkLst>
          <pc:docMk/>
          <pc:sldMk cId="684063913" sldId="283"/>
        </pc:sldMkLst>
        <pc:spChg chg="mod">
          <ac:chgData name="Harshita Rajinikanth" userId="743dbc7969af350e" providerId="LiveId" clId="{CB0EF478-4FFE-4C9E-A2A4-FD22F599D8A9}" dt="2024-11-16T05:16:52.019" v="426" actId="20577"/>
          <ac:spMkLst>
            <pc:docMk/>
            <pc:sldMk cId="684063913" sldId="283"/>
            <ac:spMk id="2" creationId="{8B9C0BC9-3E7E-876A-6B3B-B541F099EE46}"/>
          </ac:spMkLst>
        </pc:spChg>
      </pc:sldChg>
      <pc:sldChg chg="modSp mod">
        <pc:chgData name="Harshita Rajinikanth" userId="743dbc7969af350e" providerId="LiveId" clId="{CB0EF478-4FFE-4C9E-A2A4-FD22F599D8A9}" dt="2024-11-14T06:20:51.222" v="93" actId="20577"/>
        <pc:sldMkLst>
          <pc:docMk/>
          <pc:sldMk cId="3957121275" sldId="284"/>
        </pc:sldMkLst>
        <pc:spChg chg="mod">
          <ac:chgData name="Harshita Rajinikanth" userId="743dbc7969af350e" providerId="LiveId" clId="{CB0EF478-4FFE-4C9E-A2A4-FD22F599D8A9}" dt="2024-11-14T06:20:51.222" v="93" actId="20577"/>
          <ac:spMkLst>
            <pc:docMk/>
            <pc:sldMk cId="3957121275" sldId="284"/>
            <ac:spMk id="2" creationId="{1E270135-5E09-FE1C-DA63-778E12DBEC36}"/>
          </ac:spMkLst>
        </pc:spChg>
      </pc:sldChg>
      <pc:sldChg chg="modSp mod">
        <pc:chgData name="Harshita Rajinikanth" userId="743dbc7969af350e" providerId="LiveId" clId="{CB0EF478-4FFE-4C9E-A2A4-FD22F599D8A9}" dt="2024-11-14T06:20:59.805" v="96" actId="20577"/>
        <pc:sldMkLst>
          <pc:docMk/>
          <pc:sldMk cId="618608672" sldId="285"/>
        </pc:sldMkLst>
        <pc:spChg chg="mod">
          <ac:chgData name="Harshita Rajinikanth" userId="743dbc7969af350e" providerId="LiveId" clId="{CB0EF478-4FFE-4C9E-A2A4-FD22F599D8A9}" dt="2024-11-14T06:20:59.805" v="96" actId="20577"/>
          <ac:spMkLst>
            <pc:docMk/>
            <pc:sldMk cId="618608672" sldId="285"/>
            <ac:spMk id="2" creationId="{221BC7CD-D96B-D7FA-5AD7-B50E64FCED10}"/>
          </ac:spMkLst>
        </pc:spChg>
      </pc:sldChg>
      <pc:sldChg chg="modSp mod">
        <pc:chgData name="Harshita Rajinikanth" userId="743dbc7969af350e" providerId="LiveId" clId="{CB0EF478-4FFE-4C9E-A2A4-FD22F599D8A9}" dt="2024-11-14T06:21:03.370" v="99" actId="20577"/>
        <pc:sldMkLst>
          <pc:docMk/>
          <pc:sldMk cId="2465876388" sldId="286"/>
        </pc:sldMkLst>
        <pc:spChg chg="mod">
          <ac:chgData name="Harshita Rajinikanth" userId="743dbc7969af350e" providerId="LiveId" clId="{CB0EF478-4FFE-4C9E-A2A4-FD22F599D8A9}" dt="2024-11-14T06:21:03.370" v="99" actId="20577"/>
          <ac:spMkLst>
            <pc:docMk/>
            <pc:sldMk cId="2465876388" sldId="286"/>
            <ac:spMk id="2" creationId="{B32F000C-0A43-3897-6A35-F1F3B9EC67A1}"/>
          </ac:spMkLst>
        </pc:spChg>
      </pc:sldChg>
      <pc:sldChg chg="modSp mod">
        <pc:chgData name="Harshita Rajinikanth" userId="743dbc7969af350e" providerId="LiveId" clId="{CB0EF478-4FFE-4C9E-A2A4-FD22F599D8A9}" dt="2024-11-14T06:21:20.541" v="102" actId="20577"/>
        <pc:sldMkLst>
          <pc:docMk/>
          <pc:sldMk cId="3133794418" sldId="287"/>
        </pc:sldMkLst>
        <pc:spChg chg="mod">
          <ac:chgData name="Harshita Rajinikanth" userId="743dbc7969af350e" providerId="LiveId" clId="{CB0EF478-4FFE-4C9E-A2A4-FD22F599D8A9}" dt="2024-11-14T06:21:20.541" v="102" actId="20577"/>
          <ac:spMkLst>
            <pc:docMk/>
            <pc:sldMk cId="3133794418" sldId="287"/>
            <ac:spMk id="2" creationId="{1BF03326-F3B3-303A-3B3A-F279D537D90C}"/>
          </ac:spMkLst>
        </pc:spChg>
      </pc:sldChg>
      <pc:sldChg chg="addSp modSp mod setBg">
        <pc:chgData name="Harshita Rajinikanth" userId="743dbc7969af350e" providerId="LiveId" clId="{CB0EF478-4FFE-4C9E-A2A4-FD22F599D8A9}" dt="2024-11-14T06:53:51.202" v="344"/>
        <pc:sldMkLst>
          <pc:docMk/>
          <pc:sldMk cId="1593539245" sldId="288"/>
        </pc:sldMkLst>
        <pc:spChg chg="mod">
          <ac:chgData name="Harshita Rajinikanth" userId="743dbc7969af350e" providerId="LiveId" clId="{CB0EF478-4FFE-4C9E-A2A4-FD22F599D8A9}" dt="2024-11-14T06:53:51.202" v="344"/>
          <ac:spMkLst>
            <pc:docMk/>
            <pc:sldMk cId="1593539245" sldId="288"/>
            <ac:spMk id="2" creationId="{710B6BCB-161F-5C51-140A-187D32CB0A26}"/>
          </ac:spMkLst>
        </pc:spChg>
        <pc:spChg chg="mod">
          <ac:chgData name="Harshita Rajinikanth" userId="743dbc7969af350e" providerId="LiveId" clId="{CB0EF478-4FFE-4C9E-A2A4-FD22F599D8A9}" dt="2024-11-14T06:49:00.266" v="321" actId="14100"/>
          <ac:spMkLst>
            <pc:docMk/>
            <pc:sldMk cId="1593539245" sldId="288"/>
            <ac:spMk id="3" creationId="{3EECE059-0DD5-9EB6-B6A5-9910EF757731}"/>
          </ac:spMkLst>
        </pc:spChg>
        <pc:spChg chg="add mod">
          <ac:chgData name="Harshita Rajinikanth" userId="743dbc7969af350e" providerId="LiveId" clId="{CB0EF478-4FFE-4C9E-A2A4-FD22F599D8A9}" dt="2024-11-14T06:49:06.468" v="323"/>
          <ac:spMkLst>
            <pc:docMk/>
            <pc:sldMk cId="1593539245" sldId="288"/>
            <ac:spMk id="4" creationId="{9BACF6C5-DB5C-0150-38A1-D3BF3378583A}"/>
          </ac:spMkLst>
        </pc:spChg>
      </pc:sldChg>
      <pc:sldChg chg="modSp mod">
        <pc:chgData name="Harshita Rajinikanth" userId="743dbc7969af350e" providerId="LiveId" clId="{CB0EF478-4FFE-4C9E-A2A4-FD22F599D8A9}" dt="2024-11-14T06:21:24.555" v="105" actId="20577"/>
        <pc:sldMkLst>
          <pc:docMk/>
          <pc:sldMk cId="3113148549" sldId="289"/>
        </pc:sldMkLst>
        <pc:spChg chg="mod">
          <ac:chgData name="Harshita Rajinikanth" userId="743dbc7969af350e" providerId="LiveId" clId="{CB0EF478-4FFE-4C9E-A2A4-FD22F599D8A9}" dt="2024-11-14T06:21:24.555" v="105" actId="20577"/>
          <ac:spMkLst>
            <pc:docMk/>
            <pc:sldMk cId="3113148549" sldId="289"/>
            <ac:spMk id="2" creationId="{D3D4337D-CA82-48D2-F71D-F5859FB45574}"/>
          </ac:spMkLst>
        </pc:spChg>
      </pc:sldChg>
      <pc:sldChg chg="modSp mod">
        <pc:chgData name="Harshita Rajinikanth" userId="743dbc7969af350e" providerId="LiveId" clId="{CB0EF478-4FFE-4C9E-A2A4-FD22F599D8A9}" dt="2024-11-14T06:21:31.429" v="108" actId="20577"/>
        <pc:sldMkLst>
          <pc:docMk/>
          <pc:sldMk cId="1482498786" sldId="290"/>
        </pc:sldMkLst>
        <pc:spChg chg="mod">
          <ac:chgData name="Harshita Rajinikanth" userId="743dbc7969af350e" providerId="LiveId" clId="{CB0EF478-4FFE-4C9E-A2A4-FD22F599D8A9}" dt="2024-11-14T06:21:31.429" v="108" actId="20577"/>
          <ac:spMkLst>
            <pc:docMk/>
            <pc:sldMk cId="1482498786" sldId="290"/>
            <ac:spMk id="2" creationId="{4767AF4B-4462-E4EC-9387-2D7F8005BC2F}"/>
          </ac:spMkLst>
        </pc:spChg>
      </pc:sldChg>
      <pc:sldChg chg="modSp mod">
        <pc:chgData name="Harshita Rajinikanth" userId="743dbc7969af350e" providerId="LiveId" clId="{CB0EF478-4FFE-4C9E-A2A4-FD22F599D8A9}" dt="2024-11-14T06:21:35.398" v="111" actId="20577"/>
        <pc:sldMkLst>
          <pc:docMk/>
          <pc:sldMk cId="2450612265" sldId="291"/>
        </pc:sldMkLst>
        <pc:spChg chg="mod">
          <ac:chgData name="Harshita Rajinikanth" userId="743dbc7969af350e" providerId="LiveId" clId="{CB0EF478-4FFE-4C9E-A2A4-FD22F599D8A9}" dt="2024-11-14T06:21:35.398" v="111" actId="20577"/>
          <ac:spMkLst>
            <pc:docMk/>
            <pc:sldMk cId="2450612265" sldId="291"/>
            <ac:spMk id="2" creationId="{7923A715-D5F8-12FB-3D21-2BBECC0CEAF5}"/>
          </ac:spMkLst>
        </pc:spChg>
      </pc:sldChg>
      <pc:sldChg chg="modSp mod">
        <pc:chgData name="Harshita Rajinikanth" userId="743dbc7969af350e" providerId="LiveId" clId="{CB0EF478-4FFE-4C9E-A2A4-FD22F599D8A9}" dt="2024-11-14T06:41:39.751" v="256" actId="20577"/>
        <pc:sldMkLst>
          <pc:docMk/>
          <pc:sldMk cId="2542943098" sldId="292"/>
        </pc:sldMkLst>
        <pc:spChg chg="mod">
          <ac:chgData name="Harshita Rajinikanth" userId="743dbc7969af350e" providerId="LiveId" clId="{CB0EF478-4FFE-4C9E-A2A4-FD22F599D8A9}" dt="2024-11-14T06:41:39.751" v="256" actId="20577"/>
          <ac:spMkLst>
            <pc:docMk/>
            <pc:sldMk cId="2542943098" sldId="292"/>
            <ac:spMk id="3" creationId="{DB34B017-67D2-A012-8499-15B46D2FDBA3}"/>
          </ac:spMkLst>
        </pc:spChg>
      </pc:sldChg>
      <pc:sldChg chg="addSp modSp mod ord">
        <pc:chgData name="Harshita Rajinikanth" userId="743dbc7969af350e" providerId="LiveId" clId="{CB0EF478-4FFE-4C9E-A2A4-FD22F599D8A9}" dt="2024-11-16T05:17:01.998" v="428"/>
        <pc:sldMkLst>
          <pc:docMk/>
          <pc:sldMk cId="1424752870" sldId="294"/>
        </pc:sldMkLst>
        <pc:spChg chg="mod">
          <ac:chgData name="Harshita Rajinikanth" userId="743dbc7969af350e" providerId="LiveId" clId="{CB0EF478-4FFE-4C9E-A2A4-FD22F599D8A9}" dt="2024-11-14T06:42:39.505" v="295" actId="20577"/>
          <ac:spMkLst>
            <pc:docMk/>
            <pc:sldMk cId="1424752870" sldId="294"/>
            <ac:spMk id="2" creationId="{CA51C93E-7B55-E7AB-D2FA-0C24A4EA2B85}"/>
          </ac:spMkLst>
        </pc:spChg>
        <pc:spChg chg="mod">
          <ac:chgData name="Harshita Rajinikanth" userId="743dbc7969af350e" providerId="LiveId" clId="{CB0EF478-4FFE-4C9E-A2A4-FD22F599D8A9}" dt="2024-11-14T06:42:43.270" v="296" actId="20577"/>
          <ac:spMkLst>
            <pc:docMk/>
            <pc:sldMk cId="1424752870" sldId="294"/>
            <ac:spMk id="3" creationId="{FD68A6B8-8664-DF57-E1EA-0862AC2E51D3}"/>
          </ac:spMkLst>
        </pc:spChg>
        <pc:spChg chg="add mod">
          <ac:chgData name="Harshita Rajinikanth" userId="743dbc7969af350e" providerId="LiveId" clId="{CB0EF478-4FFE-4C9E-A2A4-FD22F599D8A9}" dt="2024-11-14T06:47:13.381" v="317" actId="14100"/>
          <ac:spMkLst>
            <pc:docMk/>
            <pc:sldMk cId="1424752870" sldId="294"/>
            <ac:spMk id="5" creationId="{24CD04E1-8CC1-E91F-C7D9-2205C02DF5A4}"/>
          </ac:spMkLst>
        </pc:spChg>
      </pc:sldChg>
      <pc:sldChg chg="addSp delSp modSp add del mod">
        <pc:chgData name="Harshita Rajinikanth" userId="743dbc7969af350e" providerId="LiveId" clId="{CB0EF478-4FFE-4C9E-A2A4-FD22F599D8A9}" dt="2024-11-14T06:17:03.787" v="65" actId="47"/>
        <pc:sldMkLst>
          <pc:docMk/>
          <pc:sldMk cId="354513474" sldId="295"/>
        </pc:sldMkLst>
        <pc:spChg chg="mod">
          <ac:chgData name="Harshita Rajinikanth" userId="743dbc7969af350e" providerId="LiveId" clId="{CB0EF478-4FFE-4C9E-A2A4-FD22F599D8A9}" dt="2024-11-14T06:15:26.155" v="30" actId="1076"/>
          <ac:spMkLst>
            <pc:docMk/>
            <pc:sldMk cId="354513474" sldId="295"/>
            <ac:spMk id="3" creationId="{9FBF31A3-988A-A0D6-D390-74AE54D47D86}"/>
          </ac:spMkLst>
        </pc:spChg>
        <pc:spChg chg="add mod">
          <ac:chgData name="Harshita Rajinikanth" userId="743dbc7969af350e" providerId="LiveId" clId="{CB0EF478-4FFE-4C9E-A2A4-FD22F599D8A9}" dt="2024-11-14T06:16:13.234" v="36" actId="1076"/>
          <ac:spMkLst>
            <pc:docMk/>
            <pc:sldMk cId="354513474" sldId="295"/>
            <ac:spMk id="5" creationId="{2FFEEB56-B845-3AB3-DB95-8F874DD24B3B}"/>
          </ac:spMkLst>
        </pc:spChg>
        <pc:picChg chg="del">
          <ac:chgData name="Harshita Rajinikanth" userId="743dbc7969af350e" providerId="LiveId" clId="{CB0EF478-4FFE-4C9E-A2A4-FD22F599D8A9}" dt="2024-11-14T06:10:17.851" v="23" actId="478"/>
          <ac:picMkLst>
            <pc:docMk/>
            <pc:sldMk cId="354513474" sldId="295"/>
            <ac:picMk id="6" creationId="{87FC7C7A-6C4A-4C9D-6338-0DC7C5E7B16D}"/>
          </ac:picMkLst>
        </pc:picChg>
        <pc:picChg chg="add mod">
          <ac:chgData name="Harshita Rajinikanth" userId="743dbc7969af350e" providerId="LiveId" clId="{CB0EF478-4FFE-4C9E-A2A4-FD22F599D8A9}" dt="2024-11-14T06:15:41.131" v="32" actId="1076"/>
          <ac:picMkLst>
            <pc:docMk/>
            <pc:sldMk cId="354513474" sldId="295"/>
            <ac:picMk id="1026" creationId="{3F9EB99B-B789-CFB7-BEE5-B4949652DA3C}"/>
          </ac:picMkLst>
        </pc:picChg>
      </pc:sldChg>
      <pc:sldChg chg="addSp delSp modSp add mod">
        <pc:chgData name="Harshita Rajinikanth" userId="743dbc7969af350e" providerId="LiveId" clId="{CB0EF478-4FFE-4C9E-A2A4-FD22F599D8A9}" dt="2024-11-16T06:29:29.066" v="1187" actId="1076"/>
        <pc:sldMkLst>
          <pc:docMk/>
          <pc:sldMk cId="3626604568" sldId="296"/>
        </pc:sldMkLst>
        <pc:spChg chg="mod">
          <ac:chgData name="Harshita Rajinikanth" userId="743dbc7969af350e" providerId="LiveId" clId="{CB0EF478-4FFE-4C9E-A2A4-FD22F599D8A9}" dt="2024-11-16T06:29:26.430" v="1186"/>
          <ac:spMkLst>
            <pc:docMk/>
            <pc:sldMk cId="3626604568" sldId="296"/>
            <ac:spMk id="2" creationId="{F0F45E8E-A0E4-0D4A-0A6B-886030CCC8D8}"/>
          </ac:spMkLst>
        </pc:spChg>
        <pc:spChg chg="mod">
          <ac:chgData name="Harshita Rajinikanth" userId="743dbc7969af350e" providerId="LiveId" clId="{CB0EF478-4FFE-4C9E-A2A4-FD22F599D8A9}" dt="2024-11-16T06:29:21.892" v="1185" actId="21"/>
          <ac:spMkLst>
            <pc:docMk/>
            <pc:sldMk cId="3626604568" sldId="296"/>
            <ac:spMk id="3" creationId="{A8F82586-342C-1655-627F-3F52CAA22D96}"/>
          </ac:spMkLst>
        </pc:spChg>
        <pc:picChg chg="add mod">
          <ac:chgData name="Harshita Rajinikanth" userId="743dbc7969af350e" providerId="LiveId" clId="{CB0EF478-4FFE-4C9E-A2A4-FD22F599D8A9}" dt="2024-11-16T06:29:29.066" v="1187" actId="1076"/>
          <ac:picMkLst>
            <pc:docMk/>
            <pc:sldMk cId="3626604568" sldId="296"/>
            <ac:picMk id="4" creationId="{63829FA6-637B-4847-CD4E-5230CEB86BD4}"/>
          </ac:picMkLst>
        </pc:picChg>
        <pc:picChg chg="del">
          <ac:chgData name="Harshita Rajinikanth" userId="743dbc7969af350e" providerId="LiveId" clId="{CB0EF478-4FFE-4C9E-A2A4-FD22F599D8A9}" dt="2024-11-14T06:16:37.965" v="61" actId="478"/>
          <ac:picMkLst>
            <pc:docMk/>
            <pc:sldMk cId="3626604568" sldId="296"/>
            <ac:picMk id="6" creationId="{0B871605-050E-4E3A-0C28-E3CC8C2204F8}"/>
          </ac:picMkLst>
        </pc:picChg>
      </pc:sldChg>
      <pc:sldChg chg="addSp delSp modSp add mod">
        <pc:chgData name="Harshita Rajinikanth" userId="743dbc7969af350e" providerId="LiveId" clId="{CB0EF478-4FFE-4C9E-A2A4-FD22F599D8A9}" dt="2024-11-16T06:29:42.074" v="1191" actId="14100"/>
        <pc:sldMkLst>
          <pc:docMk/>
          <pc:sldMk cId="2288134015" sldId="297"/>
        </pc:sldMkLst>
        <pc:spChg chg="mod">
          <ac:chgData name="Harshita Rajinikanth" userId="743dbc7969af350e" providerId="LiveId" clId="{CB0EF478-4FFE-4C9E-A2A4-FD22F599D8A9}" dt="2024-11-16T06:29:37.908" v="1189"/>
          <ac:spMkLst>
            <pc:docMk/>
            <pc:sldMk cId="2288134015" sldId="297"/>
            <ac:spMk id="2" creationId="{C23A8E0E-CA3B-82DB-9BC1-C41F40A01836}"/>
          </ac:spMkLst>
        </pc:spChg>
        <pc:spChg chg="mod">
          <ac:chgData name="Harshita Rajinikanth" userId="743dbc7969af350e" providerId="LiveId" clId="{CB0EF478-4FFE-4C9E-A2A4-FD22F599D8A9}" dt="2024-11-16T06:29:34.775" v="1188" actId="21"/>
          <ac:spMkLst>
            <pc:docMk/>
            <pc:sldMk cId="2288134015" sldId="297"/>
            <ac:spMk id="3" creationId="{29920283-3177-8E88-9422-4C96A2ED2245}"/>
          </ac:spMkLst>
        </pc:spChg>
        <pc:picChg chg="del">
          <ac:chgData name="Harshita Rajinikanth" userId="743dbc7969af350e" providerId="LiveId" clId="{CB0EF478-4FFE-4C9E-A2A4-FD22F599D8A9}" dt="2024-11-14T06:17:48.382" v="86" actId="478"/>
          <ac:picMkLst>
            <pc:docMk/>
            <pc:sldMk cId="2288134015" sldId="297"/>
            <ac:picMk id="4" creationId="{A09894D4-F47E-2E52-A2A5-4F68B2688F16}"/>
          </ac:picMkLst>
        </pc:picChg>
        <pc:picChg chg="add mod">
          <ac:chgData name="Harshita Rajinikanth" userId="743dbc7969af350e" providerId="LiveId" clId="{CB0EF478-4FFE-4C9E-A2A4-FD22F599D8A9}" dt="2024-11-16T06:29:42.074" v="1191" actId="14100"/>
          <ac:picMkLst>
            <pc:docMk/>
            <pc:sldMk cId="2288134015" sldId="297"/>
            <ac:picMk id="6" creationId="{01BA1BA9-C725-2848-2226-BF7DF38C0F74}"/>
          </ac:picMkLst>
        </pc:picChg>
      </pc:sldChg>
      <pc:sldChg chg="addSp delSp modSp add mod">
        <pc:chgData name="Harshita Rajinikanth" userId="743dbc7969af350e" providerId="LiveId" clId="{CB0EF478-4FFE-4C9E-A2A4-FD22F599D8A9}" dt="2024-11-14T06:28:14.107" v="156" actId="1076"/>
        <pc:sldMkLst>
          <pc:docMk/>
          <pc:sldMk cId="2483737722" sldId="298"/>
        </pc:sldMkLst>
        <pc:spChg chg="mod">
          <ac:chgData name="Harshita Rajinikanth" userId="743dbc7969af350e" providerId="LiveId" clId="{CB0EF478-4FFE-4C9E-A2A4-FD22F599D8A9}" dt="2024-11-14T06:22:47.635" v="147" actId="20577"/>
          <ac:spMkLst>
            <pc:docMk/>
            <pc:sldMk cId="2483737722" sldId="298"/>
            <ac:spMk id="3" creationId="{B27CC447-5BF5-A895-1A60-901BF49DBCC7}"/>
          </ac:spMkLst>
        </pc:spChg>
        <pc:picChg chg="del mod">
          <ac:chgData name="Harshita Rajinikanth" userId="743dbc7969af350e" providerId="LiveId" clId="{CB0EF478-4FFE-4C9E-A2A4-FD22F599D8A9}" dt="2024-11-14T06:22:54.687" v="149" actId="478"/>
          <ac:picMkLst>
            <pc:docMk/>
            <pc:sldMk cId="2483737722" sldId="298"/>
            <ac:picMk id="5" creationId="{95021904-8D24-3E9F-41F2-511646533992}"/>
          </ac:picMkLst>
        </pc:picChg>
        <pc:picChg chg="add mod">
          <ac:chgData name="Harshita Rajinikanth" userId="743dbc7969af350e" providerId="LiveId" clId="{CB0EF478-4FFE-4C9E-A2A4-FD22F599D8A9}" dt="2024-11-14T06:27:44.322" v="154" actId="1076"/>
          <ac:picMkLst>
            <pc:docMk/>
            <pc:sldMk cId="2483737722" sldId="298"/>
            <ac:picMk id="6" creationId="{45AA0A84-6621-31AF-2315-55FA1E4F3A9D}"/>
          </ac:picMkLst>
        </pc:picChg>
        <pc:picChg chg="add mod">
          <ac:chgData name="Harshita Rajinikanth" userId="743dbc7969af350e" providerId="LiveId" clId="{CB0EF478-4FFE-4C9E-A2A4-FD22F599D8A9}" dt="2024-11-14T06:28:14.107" v="156" actId="1076"/>
          <ac:picMkLst>
            <pc:docMk/>
            <pc:sldMk cId="2483737722" sldId="298"/>
            <ac:picMk id="8" creationId="{C0F2AF91-53B2-009F-033A-274B0F172178}"/>
          </ac:picMkLst>
        </pc:picChg>
      </pc:sldChg>
      <pc:sldChg chg="addSp delSp modSp add mod">
        <pc:chgData name="Harshita Rajinikanth" userId="743dbc7969af350e" providerId="LiveId" clId="{CB0EF478-4FFE-4C9E-A2A4-FD22F599D8A9}" dt="2024-11-14T06:29:59.433" v="164" actId="1076"/>
        <pc:sldMkLst>
          <pc:docMk/>
          <pc:sldMk cId="2859407726" sldId="299"/>
        </pc:sldMkLst>
        <pc:picChg chg="add mod">
          <ac:chgData name="Harshita Rajinikanth" userId="743dbc7969af350e" providerId="LiveId" clId="{CB0EF478-4FFE-4C9E-A2A4-FD22F599D8A9}" dt="2024-11-14T06:29:59.433" v="164" actId="1076"/>
          <ac:picMkLst>
            <pc:docMk/>
            <pc:sldMk cId="2859407726" sldId="299"/>
            <ac:picMk id="5" creationId="{F33E9148-68ED-665D-C506-E73863C7A5B6}"/>
          </ac:picMkLst>
        </pc:picChg>
        <pc:picChg chg="del">
          <ac:chgData name="Harshita Rajinikanth" userId="743dbc7969af350e" providerId="LiveId" clId="{CB0EF478-4FFE-4C9E-A2A4-FD22F599D8A9}" dt="2024-11-14T06:28:35.283" v="158" actId="478"/>
          <ac:picMkLst>
            <pc:docMk/>
            <pc:sldMk cId="2859407726" sldId="299"/>
            <ac:picMk id="6" creationId="{FD1EF24C-8818-B273-19D2-AFAFD471FB6B}"/>
          </ac:picMkLst>
        </pc:picChg>
        <pc:picChg chg="del">
          <ac:chgData name="Harshita Rajinikanth" userId="743dbc7969af350e" providerId="LiveId" clId="{CB0EF478-4FFE-4C9E-A2A4-FD22F599D8A9}" dt="2024-11-14T06:28:37.420" v="159" actId="478"/>
          <ac:picMkLst>
            <pc:docMk/>
            <pc:sldMk cId="2859407726" sldId="299"/>
            <ac:picMk id="8" creationId="{A07DECAD-D88B-9743-1ACC-DE010AF51755}"/>
          </ac:picMkLst>
        </pc:picChg>
      </pc:sldChg>
      <pc:sldChg chg="addSp delSp modSp add mod">
        <pc:chgData name="Harshita Rajinikanth" userId="743dbc7969af350e" providerId="LiveId" clId="{CB0EF478-4FFE-4C9E-A2A4-FD22F599D8A9}" dt="2024-11-14T06:31:23.399" v="172" actId="1076"/>
        <pc:sldMkLst>
          <pc:docMk/>
          <pc:sldMk cId="85531201" sldId="300"/>
        </pc:sldMkLst>
        <pc:picChg chg="del">
          <ac:chgData name="Harshita Rajinikanth" userId="743dbc7969af350e" providerId="LiveId" clId="{CB0EF478-4FFE-4C9E-A2A4-FD22F599D8A9}" dt="2024-11-14T06:30:22.847" v="166" actId="478"/>
          <ac:picMkLst>
            <pc:docMk/>
            <pc:sldMk cId="85531201" sldId="300"/>
            <ac:picMk id="5" creationId="{332776A8-AF87-6DE4-BAED-6244361AD0AD}"/>
          </ac:picMkLst>
        </pc:picChg>
        <pc:picChg chg="add mod">
          <ac:chgData name="Harshita Rajinikanth" userId="743dbc7969af350e" providerId="LiveId" clId="{CB0EF478-4FFE-4C9E-A2A4-FD22F599D8A9}" dt="2024-11-14T06:31:23.399" v="172" actId="1076"/>
          <ac:picMkLst>
            <pc:docMk/>
            <pc:sldMk cId="85531201" sldId="300"/>
            <ac:picMk id="6" creationId="{B90D0692-6939-54C1-6ADC-6AB3313F6919}"/>
          </ac:picMkLst>
        </pc:picChg>
      </pc:sldChg>
      <pc:sldChg chg="addSp delSp modSp add mod">
        <pc:chgData name="Harshita Rajinikanth" userId="743dbc7969af350e" providerId="LiveId" clId="{CB0EF478-4FFE-4C9E-A2A4-FD22F599D8A9}" dt="2024-11-14T06:36:10.770" v="214" actId="14100"/>
        <pc:sldMkLst>
          <pc:docMk/>
          <pc:sldMk cId="3728169559" sldId="301"/>
        </pc:sldMkLst>
        <pc:spChg chg="mod">
          <ac:chgData name="Harshita Rajinikanth" userId="743dbc7969af350e" providerId="LiveId" clId="{CB0EF478-4FFE-4C9E-A2A4-FD22F599D8A9}" dt="2024-11-14T06:34:21.572" v="202" actId="5793"/>
          <ac:spMkLst>
            <pc:docMk/>
            <pc:sldMk cId="3728169559" sldId="301"/>
            <ac:spMk id="3" creationId="{31776A22-C35F-CA2A-AD8B-831A4B284C94}"/>
          </ac:spMkLst>
        </pc:spChg>
        <pc:picChg chg="add mod">
          <ac:chgData name="Harshita Rajinikanth" userId="743dbc7969af350e" providerId="LiveId" clId="{CB0EF478-4FFE-4C9E-A2A4-FD22F599D8A9}" dt="2024-11-14T06:34:34.224" v="207" actId="14100"/>
          <ac:picMkLst>
            <pc:docMk/>
            <pc:sldMk cId="3728169559" sldId="301"/>
            <ac:picMk id="5" creationId="{BA249CC7-F601-337C-F75D-C73BDBE2E11D}"/>
          </ac:picMkLst>
        </pc:picChg>
        <pc:picChg chg="del">
          <ac:chgData name="Harshita Rajinikanth" userId="743dbc7969af350e" providerId="LiveId" clId="{CB0EF478-4FFE-4C9E-A2A4-FD22F599D8A9}" dt="2024-11-14T06:31:33.106" v="174" actId="478"/>
          <ac:picMkLst>
            <pc:docMk/>
            <pc:sldMk cId="3728169559" sldId="301"/>
            <ac:picMk id="6" creationId="{9382DA4E-960A-6900-904F-EC9C5C978937}"/>
          </ac:picMkLst>
        </pc:picChg>
        <pc:picChg chg="add mod">
          <ac:chgData name="Harshita Rajinikanth" userId="743dbc7969af350e" providerId="LiveId" clId="{CB0EF478-4FFE-4C9E-A2A4-FD22F599D8A9}" dt="2024-11-14T06:35:17.934" v="211" actId="14100"/>
          <ac:picMkLst>
            <pc:docMk/>
            <pc:sldMk cId="3728169559" sldId="301"/>
            <ac:picMk id="8" creationId="{3EF08DE4-E49A-A5A9-15AF-33B0FBCB3787}"/>
          </ac:picMkLst>
        </pc:picChg>
        <pc:picChg chg="add mod">
          <ac:chgData name="Harshita Rajinikanth" userId="743dbc7969af350e" providerId="LiveId" clId="{CB0EF478-4FFE-4C9E-A2A4-FD22F599D8A9}" dt="2024-11-14T06:36:10.770" v="214" actId="14100"/>
          <ac:picMkLst>
            <pc:docMk/>
            <pc:sldMk cId="3728169559" sldId="301"/>
            <ac:picMk id="10" creationId="{F6F3F137-FE3D-84F0-E3A2-95ACC17BEF0A}"/>
          </ac:picMkLst>
        </pc:picChg>
      </pc:sldChg>
      <pc:sldChg chg="addSp delSp modSp add mod">
        <pc:chgData name="Harshita Rajinikanth" userId="743dbc7969af350e" providerId="LiveId" clId="{CB0EF478-4FFE-4C9E-A2A4-FD22F599D8A9}" dt="2024-11-14T06:37:06.139" v="223" actId="14100"/>
        <pc:sldMkLst>
          <pc:docMk/>
          <pc:sldMk cId="1189094468" sldId="302"/>
        </pc:sldMkLst>
        <pc:spChg chg="mod">
          <ac:chgData name="Harshita Rajinikanth" userId="743dbc7969af350e" providerId="LiveId" clId="{CB0EF478-4FFE-4C9E-A2A4-FD22F599D8A9}" dt="2024-11-14T06:36:59.001" v="220" actId="20577"/>
          <ac:spMkLst>
            <pc:docMk/>
            <pc:sldMk cId="1189094468" sldId="302"/>
            <ac:spMk id="3" creationId="{C61CB61A-F78A-0560-1BC9-9304F4140DE7}"/>
          </ac:spMkLst>
        </pc:spChg>
        <pc:picChg chg="del">
          <ac:chgData name="Harshita Rajinikanth" userId="743dbc7969af350e" providerId="LiveId" clId="{CB0EF478-4FFE-4C9E-A2A4-FD22F599D8A9}" dt="2024-11-14T06:36:17.458" v="216" actId="478"/>
          <ac:picMkLst>
            <pc:docMk/>
            <pc:sldMk cId="1189094468" sldId="302"/>
            <ac:picMk id="5" creationId="{AC1A6BC6-B28B-A96E-E10D-5A8C18B88A4B}"/>
          </ac:picMkLst>
        </pc:picChg>
        <pc:picChg chg="add mod">
          <ac:chgData name="Harshita Rajinikanth" userId="743dbc7969af350e" providerId="LiveId" clId="{CB0EF478-4FFE-4C9E-A2A4-FD22F599D8A9}" dt="2024-11-14T06:37:06.139" v="223" actId="14100"/>
          <ac:picMkLst>
            <pc:docMk/>
            <pc:sldMk cId="1189094468" sldId="302"/>
            <ac:picMk id="6" creationId="{38F0D8EA-57FE-51E0-4868-72FB086AC59D}"/>
          </ac:picMkLst>
        </pc:picChg>
        <pc:picChg chg="del">
          <ac:chgData name="Harshita Rajinikanth" userId="743dbc7969af350e" providerId="LiveId" clId="{CB0EF478-4FFE-4C9E-A2A4-FD22F599D8A9}" dt="2024-11-14T06:36:20.176" v="217" actId="478"/>
          <ac:picMkLst>
            <pc:docMk/>
            <pc:sldMk cId="1189094468" sldId="302"/>
            <ac:picMk id="8" creationId="{78837106-C77A-B62E-858E-C7017E2DF4D1}"/>
          </ac:picMkLst>
        </pc:picChg>
        <pc:picChg chg="del">
          <ac:chgData name="Harshita Rajinikanth" userId="743dbc7969af350e" providerId="LiveId" clId="{CB0EF478-4FFE-4C9E-A2A4-FD22F599D8A9}" dt="2024-11-14T06:36:22.445" v="218" actId="478"/>
          <ac:picMkLst>
            <pc:docMk/>
            <pc:sldMk cId="1189094468" sldId="302"/>
            <ac:picMk id="10" creationId="{62A75058-858B-1D17-FF95-9E38D4C13526}"/>
          </ac:picMkLst>
        </pc:picChg>
      </pc:sldChg>
      <pc:sldChg chg="modSp add mod">
        <pc:chgData name="Harshita Rajinikanth" userId="743dbc7969af350e" providerId="LiveId" clId="{CB0EF478-4FFE-4C9E-A2A4-FD22F599D8A9}" dt="2024-11-14T06:42:08.971" v="257" actId="108"/>
        <pc:sldMkLst>
          <pc:docMk/>
          <pc:sldMk cId="3539534957" sldId="303"/>
        </pc:sldMkLst>
        <pc:spChg chg="mod">
          <ac:chgData name="Harshita Rajinikanth" userId="743dbc7969af350e" providerId="LiveId" clId="{CB0EF478-4FFE-4C9E-A2A4-FD22F599D8A9}" dt="2024-11-14T06:42:08.971" v="257" actId="108"/>
          <ac:spMkLst>
            <pc:docMk/>
            <pc:sldMk cId="3539534957" sldId="303"/>
            <ac:spMk id="3" creationId="{D305CAF2-62B2-5307-00F8-64F4BF97C4DA}"/>
          </ac:spMkLst>
        </pc:spChg>
      </pc:sldChg>
      <pc:sldChg chg="modSp add mod setBg">
        <pc:chgData name="Harshita Rajinikanth" userId="743dbc7969af350e" providerId="LiveId" clId="{CB0EF478-4FFE-4C9E-A2A4-FD22F599D8A9}" dt="2024-11-14T06:55:27.069" v="353" actId="108"/>
        <pc:sldMkLst>
          <pc:docMk/>
          <pc:sldMk cId="1427294200" sldId="304"/>
        </pc:sldMkLst>
        <pc:spChg chg="mod">
          <ac:chgData name="Harshita Rajinikanth" userId="743dbc7969af350e" providerId="LiveId" clId="{CB0EF478-4FFE-4C9E-A2A4-FD22F599D8A9}" dt="2024-11-14T06:54:33.092" v="345"/>
          <ac:spMkLst>
            <pc:docMk/>
            <pc:sldMk cId="1427294200" sldId="304"/>
            <ac:spMk id="2" creationId="{4E457E57-BF5B-0989-BB33-FCE60166B380}"/>
          </ac:spMkLst>
        </pc:spChg>
        <pc:spChg chg="mod">
          <ac:chgData name="Harshita Rajinikanth" userId="743dbc7969af350e" providerId="LiveId" clId="{CB0EF478-4FFE-4C9E-A2A4-FD22F599D8A9}" dt="2024-11-14T06:55:27.069" v="353" actId="108"/>
          <ac:spMkLst>
            <pc:docMk/>
            <pc:sldMk cId="1427294200" sldId="304"/>
            <ac:spMk id="3" creationId="{96ECCEB3-3AF5-D2B6-FE20-D87DACF57533}"/>
          </ac:spMkLst>
        </pc:spChg>
      </pc:sldChg>
      <pc:sldChg chg="addSp delSp modSp new mod">
        <pc:chgData name="Harshita Rajinikanth" userId="743dbc7969af350e" providerId="LiveId" clId="{CB0EF478-4FFE-4C9E-A2A4-FD22F599D8A9}" dt="2024-11-14T07:04:02.424" v="423" actId="1076"/>
        <pc:sldMkLst>
          <pc:docMk/>
          <pc:sldMk cId="2477327575" sldId="305"/>
        </pc:sldMkLst>
        <pc:spChg chg="mod">
          <ac:chgData name="Harshita Rajinikanth" userId="743dbc7969af350e" providerId="LiveId" clId="{CB0EF478-4FFE-4C9E-A2A4-FD22F599D8A9}" dt="2024-11-14T06:55:56.227" v="378" actId="20577"/>
          <ac:spMkLst>
            <pc:docMk/>
            <pc:sldMk cId="2477327575" sldId="305"/>
            <ac:spMk id="2" creationId="{69B1A7D9-70EB-EE68-741F-2F8359FCCD64}"/>
          </ac:spMkLst>
        </pc:spChg>
        <pc:spChg chg="add del">
          <ac:chgData name="Harshita Rajinikanth" userId="743dbc7969af350e" providerId="LiveId" clId="{CB0EF478-4FFE-4C9E-A2A4-FD22F599D8A9}" dt="2024-11-14T06:59:26.224" v="381"/>
          <ac:spMkLst>
            <pc:docMk/>
            <pc:sldMk cId="2477327575" sldId="305"/>
            <ac:spMk id="3" creationId="{66D95412-6DFB-B830-B1B2-0ACDDBBA88D8}"/>
          </ac:spMkLst>
        </pc:spChg>
        <pc:spChg chg="add mod">
          <ac:chgData name="Harshita Rajinikanth" userId="743dbc7969af350e" providerId="LiveId" clId="{CB0EF478-4FFE-4C9E-A2A4-FD22F599D8A9}" dt="2024-11-14T07:04:02.424" v="423" actId="1076"/>
          <ac:spMkLst>
            <pc:docMk/>
            <pc:sldMk cId="2477327575" sldId="305"/>
            <ac:spMk id="13" creationId="{8BA71083-67B9-DE3C-0F4C-D03558C3CE6B}"/>
          </ac:spMkLst>
        </pc:spChg>
        <pc:spChg chg="add">
          <ac:chgData name="Harshita Rajinikanth" userId="743dbc7969af350e" providerId="LiveId" clId="{CB0EF478-4FFE-4C9E-A2A4-FD22F599D8A9}" dt="2024-11-14T07:02:26.544" v="408"/>
          <ac:spMkLst>
            <pc:docMk/>
            <pc:sldMk cId="2477327575" sldId="305"/>
            <ac:spMk id="14" creationId="{29E42E13-A24B-0B44-17C4-B570DE9C8098}"/>
          </ac:spMkLst>
        </pc:spChg>
        <pc:spChg chg="add del mod">
          <ac:chgData name="Harshita Rajinikanth" userId="743dbc7969af350e" providerId="LiveId" clId="{CB0EF478-4FFE-4C9E-A2A4-FD22F599D8A9}" dt="2024-11-14T07:03:09.217" v="414" actId="478"/>
          <ac:spMkLst>
            <pc:docMk/>
            <pc:sldMk cId="2477327575" sldId="305"/>
            <ac:spMk id="15" creationId="{3159CF54-8507-619E-3A46-1939541F5F7F}"/>
          </ac:spMkLst>
        </pc:spChg>
        <pc:graphicFrameChg chg="add mod">
          <ac:chgData name="Harshita Rajinikanth" userId="743dbc7969af350e" providerId="LiveId" clId="{CB0EF478-4FFE-4C9E-A2A4-FD22F599D8A9}" dt="2024-11-14T06:58:21.588" v="380"/>
          <ac:graphicFrameMkLst>
            <pc:docMk/>
            <pc:sldMk cId="2477327575" sldId="305"/>
            <ac:graphicFrameMk id="4" creationId="{349518CF-C75C-F34B-0A8C-AB4685A998BE}"/>
          </ac:graphicFrameMkLst>
        </pc:graphicFrameChg>
        <pc:graphicFrameChg chg="add mod">
          <ac:chgData name="Harshita Rajinikanth" userId="743dbc7969af350e" providerId="LiveId" clId="{CB0EF478-4FFE-4C9E-A2A4-FD22F599D8A9}" dt="2024-11-14T06:58:19.019" v="379"/>
          <ac:graphicFrameMkLst>
            <pc:docMk/>
            <pc:sldMk cId="2477327575" sldId="305"/>
            <ac:graphicFrameMk id="5" creationId="{51AE5142-3E6F-9C2B-9232-8F2D2A4ED96D}"/>
          </ac:graphicFrameMkLst>
        </pc:graphicFrameChg>
        <pc:graphicFrameChg chg="add mod">
          <ac:chgData name="Harshita Rajinikanth" userId="743dbc7969af350e" providerId="LiveId" clId="{CB0EF478-4FFE-4C9E-A2A4-FD22F599D8A9}" dt="2024-11-14T06:58:19.019" v="379"/>
          <ac:graphicFrameMkLst>
            <pc:docMk/>
            <pc:sldMk cId="2477327575" sldId="305"/>
            <ac:graphicFrameMk id="6" creationId="{49030C1C-96C2-5E74-FED4-39698A2A9DC6}"/>
          </ac:graphicFrameMkLst>
        </pc:graphicFrameChg>
        <pc:graphicFrameChg chg="add mod">
          <ac:chgData name="Harshita Rajinikanth" userId="743dbc7969af350e" providerId="LiveId" clId="{CB0EF478-4FFE-4C9E-A2A4-FD22F599D8A9}" dt="2024-11-14T06:58:19.019" v="379"/>
          <ac:graphicFrameMkLst>
            <pc:docMk/>
            <pc:sldMk cId="2477327575" sldId="305"/>
            <ac:graphicFrameMk id="7" creationId="{A6F68B8C-93A6-F7AD-64F3-F34DB700CA9A}"/>
          </ac:graphicFrameMkLst>
        </pc:graphicFrameChg>
        <pc:graphicFrameChg chg="add mod">
          <ac:chgData name="Harshita Rajinikanth" userId="743dbc7969af350e" providerId="LiveId" clId="{CB0EF478-4FFE-4C9E-A2A4-FD22F599D8A9}" dt="2024-11-14T06:58:19.019" v="379"/>
          <ac:graphicFrameMkLst>
            <pc:docMk/>
            <pc:sldMk cId="2477327575" sldId="305"/>
            <ac:graphicFrameMk id="8" creationId="{0BEF523B-3445-39D0-D652-3D4B14AD96F5}"/>
          </ac:graphicFrameMkLst>
        </pc:graphicFrameChg>
        <pc:graphicFrameChg chg="add mod">
          <ac:chgData name="Harshita Rajinikanth" userId="743dbc7969af350e" providerId="LiveId" clId="{CB0EF478-4FFE-4C9E-A2A4-FD22F599D8A9}" dt="2024-11-14T06:58:19.019" v="379"/>
          <ac:graphicFrameMkLst>
            <pc:docMk/>
            <pc:sldMk cId="2477327575" sldId="305"/>
            <ac:graphicFrameMk id="9" creationId="{C1C58D75-941A-D8F2-CFFD-6B548F8C07C3}"/>
          </ac:graphicFrameMkLst>
        </pc:graphicFrameChg>
        <pc:graphicFrameChg chg="add mod">
          <ac:chgData name="Harshita Rajinikanth" userId="743dbc7969af350e" providerId="LiveId" clId="{CB0EF478-4FFE-4C9E-A2A4-FD22F599D8A9}" dt="2024-11-14T06:58:19.019" v="379"/>
          <ac:graphicFrameMkLst>
            <pc:docMk/>
            <pc:sldMk cId="2477327575" sldId="305"/>
            <ac:graphicFrameMk id="10" creationId="{F530F086-F4CD-1A31-C926-70BF163F0E9E}"/>
          </ac:graphicFrameMkLst>
        </pc:graphicFrameChg>
        <pc:graphicFrameChg chg="add mod">
          <ac:chgData name="Harshita Rajinikanth" userId="743dbc7969af350e" providerId="LiveId" clId="{CB0EF478-4FFE-4C9E-A2A4-FD22F599D8A9}" dt="2024-11-14T06:58:19.019" v="379"/>
          <ac:graphicFrameMkLst>
            <pc:docMk/>
            <pc:sldMk cId="2477327575" sldId="305"/>
            <ac:graphicFrameMk id="11" creationId="{FCDA2DAD-E80C-8D82-381A-56343892E51F}"/>
          </ac:graphicFrameMkLst>
        </pc:graphicFrameChg>
        <pc:graphicFrameChg chg="add mod">
          <ac:chgData name="Harshita Rajinikanth" userId="743dbc7969af350e" providerId="LiveId" clId="{CB0EF478-4FFE-4C9E-A2A4-FD22F599D8A9}" dt="2024-11-14T06:58:19.019" v="379"/>
          <ac:graphicFrameMkLst>
            <pc:docMk/>
            <pc:sldMk cId="2477327575" sldId="305"/>
            <ac:graphicFrameMk id="12" creationId="{D7C080BD-D263-5855-1EC5-C736B4E1DAAA}"/>
          </ac:graphicFrameMkLst>
        </pc:graphicFrameChg>
      </pc:sldChg>
      <pc:sldChg chg="addSp delSp modSp add mod">
        <pc:chgData name="Harshita Rajinikanth" userId="743dbc7969af350e" providerId="LiveId" clId="{CB0EF478-4FFE-4C9E-A2A4-FD22F599D8A9}" dt="2024-11-16T05:30:07.140" v="567" actId="20577"/>
        <pc:sldMkLst>
          <pc:docMk/>
          <pc:sldMk cId="1806139185" sldId="306"/>
        </pc:sldMkLst>
        <pc:spChg chg="mod">
          <ac:chgData name="Harshita Rajinikanth" userId="743dbc7969af350e" providerId="LiveId" clId="{CB0EF478-4FFE-4C9E-A2A4-FD22F599D8A9}" dt="2024-11-16T05:24:37.451" v="507" actId="20577"/>
          <ac:spMkLst>
            <pc:docMk/>
            <pc:sldMk cId="1806139185" sldId="306"/>
            <ac:spMk id="2" creationId="{49BF24DD-D060-8F80-1FD6-67C1FE3CF66A}"/>
          </ac:spMkLst>
        </pc:spChg>
        <pc:spChg chg="mod">
          <ac:chgData name="Harshita Rajinikanth" userId="743dbc7969af350e" providerId="LiveId" clId="{CB0EF478-4FFE-4C9E-A2A4-FD22F599D8A9}" dt="2024-11-16T05:30:07.140" v="567" actId="20577"/>
          <ac:spMkLst>
            <pc:docMk/>
            <pc:sldMk cId="1806139185" sldId="306"/>
            <ac:spMk id="3" creationId="{D12C1EBD-3409-CC7D-EBBC-F82C6DFB4F19}"/>
          </ac:spMkLst>
        </pc:spChg>
        <pc:spChg chg="add del mod">
          <ac:chgData name="Harshita Rajinikanth" userId="743dbc7969af350e" providerId="LiveId" clId="{CB0EF478-4FFE-4C9E-A2A4-FD22F599D8A9}" dt="2024-11-16T05:20:38.326" v="457"/>
          <ac:spMkLst>
            <pc:docMk/>
            <pc:sldMk cId="1806139185" sldId="306"/>
            <ac:spMk id="4" creationId="{6466AE32-3485-E181-A883-DA054DCFCFF6}"/>
          </ac:spMkLst>
        </pc:spChg>
        <pc:spChg chg="add del mod">
          <ac:chgData name="Harshita Rajinikanth" userId="743dbc7969af350e" providerId="LiveId" clId="{CB0EF478-4FFE-4C9E-A2A4-FD22F599D8A9}" dt="2024-11-16T05:29:35.359" v="553"/>
          <ac:spMkLst>
            <pc:docMk/>
            <pc:sldMk cId="1806139185" sldId="306"/>
            <ac:spMk id="5" creationId="{3879137F-AE2B-57E6-06F3-F148EB6F8D9D}"/>
          </ac:spMkLst>
        </pc:spChg>
      </pc:sldChg>
      <pc:sldChg chg="addSp delSp modSp add mod">
        <pc:chgData name="Harshita Rajinikanth" userId="743dbc7969af350e" providerId="LiveId" clId="{CB0EF478-4FFE-4C9E-A2A4-FD22F599D8A9}" dt="2024-11-16T05:33:08.617" v="615" actId="108"/>
        <pc:sldMkLst>
          <pc:docMk/>
          <pc:sldMk cId="138286958" sldId="307"/>
        </pc:sldMkLst>
        <pc:spChg chg="mod">
          <ac:chgData name="Harshita Rajinikanth" userId="743dbc7969af350e" providerId="LiveId" clId="{CB0EF478-4FFE-4C9E-A2A4-FD22F599D8A9}" dt="2024-11-16T05:33:08.617" v="615" actId="108"/>
          <ac:spMkLst>
            <pc:docMk/>
            <pc:sldMk cId="138286958" sldId="307"/>
            <ac:spMk id="3" creationId="{15ECC6B4-8F04-5014-6CDC-1CEC0A5DA6B0}"/>
          </ac:spMkLst>
        </pc:spChg>
        <pc:spChg chg="add">
          <ac:chgData name="Harshita Rajinikanth" userId="743dbc7969af350e" providerId="LiveId" clId="{CB0EF478-4FFE-4C9E-A2A4-FD22F599D8A9}" dt="2024-11-16T05:28:58.567" v="544"/>
          <ac:spMkLst>
            <pc:docMk/>
            <pc:sldMk cId="138286958" sldId="307"/>
            <ac:spMk id="4" creationId="{81E5FCD9-E841-CBDA-CE9E-4BAC1EDD3C5F}"/>
          </ac:spMkLst>
        </pc:spChg>
        <pc:spChg chg="add">
          <ac:chgData name="Harshita Rajinikanth" userId="743dbc7969af350e" providerId="LiveId" clId="{CB0EF478-4FFE-4C9E-A2A4-FD22F599D8A9}" dt="2024-11-16T05:28:58.567" v="544"/>
          <ac:spMkLst>
            <pc:docMk/>
            <pc:sldMk cId="138286958" sldId="307"/>
            <ac:spMk id="6" creationId="{0985A803-8D21-5EC4-B107-06E0491D5AEA}"/>
          </ac:spMkLst>
        </pc:spChg>
        <pc:spChg chg="add">
          <ac:chgData name="Harshita Rajinikanth" userId="743dbc7969af350e" providerId="LiveId" clId="{CB0EF478-4FFE-4C9E-A2A4-FD22F599D8A9}" dt="2024-11-16T05:28:58.567" v="544"/>
          <ac:spMkLst>
            <pc:docMk/>
            <pc:sldMk cId="138286958" sldId="307"/>
            <ac:spMk id="7" creationId="{C3A8C452-66C8-DF17-7655-1987DF4E85EB}"/>
          </ac:spMkLst>
        </pc:spChg>
        <pc:spChg chg="add">
          <ac:chgData name="Harshita Rajinikanth" userId="743dbc7969af350e" providerId="LiveId" clId="{CB0EF478-4FFE-4C9E-A2A4-FD22F599D8A9}" dt="2024-11-16T05:28:58.567" v="544"/>
          <ac:spMkLst>
            <pc:docMk/>
            <pc:sldMk cId="138286958" sldId="307"/>
            <ac:spMk id="8" creationId="{6ADC66A2-AD90-2256-E3CB-BFBBBA815CCF}"/>
          </ac:spMkLst>
        </pc:spChg>
        <pc:spChg chg="add">
          <ac:chgData name="Harshita Rajinikanth" userId="743dbc7969af350e" providerId="LiveId" clId="{CB0EF478-4FFE-4C9E-A2A4-FD22F599D8A9}" dt="2024-11-16T05:28:58.567" v="544"/>
          <ac:spMkLst>
            <pc:docMk/>
            <pc:sldMk cId="138286958" sldId="307"/>
            <ac:spMk id="9" creationId="{218E32F3-1B78-BA01-52D5-229A54CF1285}"/>
          </ac:spMkLst>
        </pc:spChg>
        <pc:spChg chg="add">
          <ac:chgData name="Harshita Rajinikanth" userId="743dbc7969af350e" providerId="LiveId" clId="{CB0EF478-4FFE-4C9E-A2A4-FD22F599D8A9}" dt="2024-11-16T05:28:58.567" v="544"/>
          <ac:spMkLst>
            <pc:docMk/>
            <pc:sldMk cId="138286958" sldId="307"/>
            <ac:spMk id="10" creationId="{A1DED2ED-4F6B-71B8-350E-B4B81C0F48EA}"/>
          </ac:spMkLst>
        </pc:spChg>
        <pc:spChg chg="add">
          <ac:chgData name="Harshita Rajinikanth" userId="743dbc7969af350e" providerId="LiveId" clId="{CB0EF478-4FFE-4C9E-A2A4-FD22F599D8A9}" dt="2024-11-16T05:28:58.567" v="544"/>
          <ac:spMkLst>
            <pc:docMk/>
            <pc:sldMk cId="138286958" sldId="307"/>
            <ac:spMk id="11" creationId="{D03B6E37-9AC0-E820-1AA9-BF5AD906DD11}"/>
          </ac:spMkLst>
        </pc:spChg>
        <pc:spChg chg="add">
          <ac:chgData name="Harshita Rajinikanth" userId="743dbc7969af350e" providerId="LiveId" clId="{CB0EF478-4FFE-4C9E-A2A4-FD22F599D8A9}" dt="2024-11-16T05:28:58.567" v="544"/>
          <ac:spMkLst>
            <pc:docMk/>
            <pc:sldMk cId="138286958" sldId="307"/>
            <ac:spMk id="12" creationId="{13818F3C-5258-701C-08F2-0D06BAF3464E}"/>
          </ac:spMkLst>
        </pc:spChg>
        <pc:spChg chg="add">
          <ac:chgData name="Harshita Rajinikanth" userId="743dbc7969af350e" providerId="LiveId" clId="{CB0EF478-4FFE-4C9E-A2A4-FD22F599D8A9}" dt="2024-11-16T05:28:58.567" v="544"/>
          <ac:spMkLst>
            <pc:docMk/>
            <pc:sldMk cId="138286958" sldId="307"/>
            <ac:spMk id="13" creationId="{8A965770-4C74-15A9-616A-5B2BD19F6224}"/>
          </ac:spMkLst>
        </pc:spChg>
        <pc:spChg chg="add">
          <ac:chgData name="Harshita Rajinikanth" userId="743dbc7969af350e" providerId="LiveId" clId="{CB0EF478-4FFE-4C9E-A2A4-FD22F599D8A9}" dt="2024-11-16T05:29:07.075" v="548"/>
          <ac:spMkLst>
            <pc:docMk/>
            <pc:sldMk cId="138286958" sldId="307"/>
            <ac:spMk id="14" creationId="{9B4BB690-C049-56EE-7785-7574237FA988}"/>
          </ac:spMkLst>
        </pc:spChg>
        <pc:spChg chg="add">
          <ac:chgData name="Harshita Rajinikanth" userId="743dbc7969af350e" providerId="LiveId" clId="{CB0EF478-4FFE-4C9E-A2A4-FD22F599D8A9}" dt="2024-11-16T05:29:07.075" v="548"/>
          <ac:spMkLst>
            <pc:docMk/>
            <pc:sldMk cId="138286958" sldId="307"/>
            <ac:spMk id="15" creationId="{958BEE40-1BA2-E7B0-081B-35D6F6815352}"/>
          </ac:spMkLst>
        </pc:spChg>
        <pc:spChg chg="add">
          <ac:chgData name="Harshita Rajinikanth" userId="743dbc7969af350e" providerId="LiveId" clId="{CB0EF478-4FFE-4C9E-A2A4-FD22F599D8A9}" dt="2024-11-16T05:29:07.075" v="548"/>
          <ac:spMkLst>
            <pc:docMk/>
            <pc:sldMk cId="138286958" sldId="307"/>
            <ac:spMk id="16" creationId="{B687B4B5-403C-C633-745E-DDC4818BC757}"/>
          </ac:spMkLst>
        </pc:spChg>
        <pc:spChg chg="add">
          <ac:chgData name="Harshita Rajinikanth" userId="743dbc7969af350e" providerId="LiveId" clId="{CB0EF478-4FFE-4C9E-A2A4-FD22F599D8A9}" dt="2024-11-16T05:29:07.075" v="548"/>
          <ac:spMkLst>
            <pc:docMk/>
            <pc:sldMk cId="138286958" sldId="307"/>
            <ac:spMk id="17" creationId="{929A40FD-92DA-9776-5782-C5783C21FD65}"/>
          </ac:spMkLst>
        </pc:spChg>
        <pc:spChg chg="add">
          <ac:chgData name="Harshita Rajinikanth" userId="743dbc7969af350e" providerId="LiveId" clId="{CB0EF478-4FFE-4C9E-A2A4-FD22F599D8A9}" dt="2024-11-16T05:29:07.075" v="548"/>
          <ac:spMkLst>
            <pc:docMk/>
            <pc:sldMk cId="138286958" sldId="307"/>
            <ac:spMk id="18" creationId="{743403D6-ECD2-92C4-63B4-37D23DBE08ED}"/>
          </ac:spMkLst>
        </pc:spChg>
        <pc:spChg chg="add">
          <ac:chgData name="Harshita Rajinikanth" userId="743dbc7969af350e" providerId="LiveId" clId="{CB0EF478-4FFE-4C9E-A2A4-FD22F599D8A9}" dt="2024-11-16T05:29:07.075" v="548"/>
          <ac:spMkLst>
            <pc:docMk/>
            <pc:sldMk cId="138286958" sldId="307"/>
            <ac:spMk id="19" creationId="{F7512EFA-18E6-921E-86F0-15466832B6E5}"/>
          </ac:spMkLst>
        </pc:spChg>
        <pc:spChg chg="add">
          <ac:chgData name="Harshita Rajinikanth" userId="743dbc7969af350e" providerId="LiveId" clId="{CB0EF478-4FFE-4C9E-A2A4-FD22F599D8A9}" dt="2024-11-16T05:29:07.075" v="548"/>
          <ac:spMkLst>
            <pc:docMk/>
            <pc:sldMk cId="138286958" sldId="307"/>
            <ac:spMk id="20" creationId="{6A99FA9F-3BA6-2E43-2ABF-FFDEE7082DB7}"/>
          </ac:spMkLst>
        </pc:spChg>
        <pc:spChg chg="add">
          <ac:chgData name="Harshita Rajinikanth" userId="743dbc7969af350e" providerId="LiveId" clId="{CB0EF478-4FFE-4C9E-A2A4-FD22F599D8A9}" dt="2024-11-16T05:29:07.075" v="548"/>
          <ac:spMkLst>
            <pc:docMk/>
            <pc:sldMk cId="138286958" sldId="307"/>
            <ac:spMk id="21" creationId="{DF5A09C7-374C-BA66-81C3-7B476D61A0F5}"/>
          </ac:spMkLst>
        </pc:spChg>
        <pc:spChg chg="add">
          <ac:chgData name="Harshita Rajinikanth" userId="743dbc7969af350e" providerId="LiveId" clId="{CB0EF478-4FFE-4C9E-A2A4-FD22F599D8A9}" dt="2024-11-16T05:29:07.075" v="548"/>
          <ac:spMkLst>
            <pc:docMk/>
            <pc:sldMk cId="138286958" sldId="307"/>
            <ac:spMk id="22" creationId="{10484606-6D2C-6CC0-4839-FE9566A43E28}"/>
          </ac:spMkLst>
        </pc:spChg>
        <pc:spChg chg="add del mod">
          <ac:chgData name="Harshita Rajinikanth" userId="743dbc7969af350e" providerId="LiveId" clId="{CB0EF478-4FFE-4C9E-A2A4-FD22F599D8A9}" dt="2024-11-16T05:29:43.183" v="557"/>
          <ac:spMkLst>
            <pc:docMk/>
            <pc:sldMk cId="138286958" sldId="307"/>
            <ac:spMk id="23" creationId="{A780F319-BB71-4F10-0006-F5A9698AEFC9}"/>
          </ac:spMkLst>
        </pc:spChg>
      </pc:sldChg>
      <pc:sldChg chg="new del">
        <pc:chgData name="Harshita Rajinikanth" userId="743dbc7969af350e" providerId="LiveId" clId="{CB0EF478-4FFE-4C9E-A2A4-FD22F599D8A9}" dt="2024-11-16T05:33:31.799" v="618" actId="47"/>
        <pc:sldMkLst>
          <pc:docMk/>
          <pc:sldMk cId="2870168418" sldId="308"/>
        </pc:sldMkLst>
      </pc:sldChg>
      <pc:sldChg chg="addSp delSp modSp add mod">
        <pc:chgData name="Harshita Rajinikanth" userId="743dbc7969af350e" providerId="LiveId" clId="{CB0EF478-4FFE-4C9E-A2A4-FD22F599D8A9}" dt="2024-11-16T05:38:21.512" v="693" actId="114"/>
        <pc:sldMkLst>
          <pc:docMk/>
          <pc:sldMk cId="25177259" sldId="309"/>
        </pc:sldMkLst>
        <pc:spChg chg="mod">
          <ac:chgData name="Harshita Rajinikanth" userId="743dbc7969af350e" providerId="LiveId" clId="{CB0EF478-4FFE-4C9E-A2A4-FD22F599D8A9}" dt="2024-11-16T05:38:21.512" v="693" actId="114"/>
          <ac:spMkLst>
            <pc:docMk/>
            <pc:sldMk cId="25177259" sldId="309"/>
            <ac:spMk id="3" creationId="{1F837F69-71DF-0497-009A-1FC3EB04885A}"/>
          </ac:spMkLst>
        </pc:spChg>
        <pc:spChg chg="add del mod">
          <ac:chgData name="Harshita Rajinikanth" userId="743dbc7969af350e" providerId="LiveId" clId="{CB0EF478-4FFE-4C9E-A2A4-FD22F599D8A9}" dt="2024-11-16T05:34:54.827" v="647"/>
          <ac:spMkLst>
            <pc:docMk/>
            <pc:sldMk cId="25177259" sldId="309"/>
            <ac:spMk id="4" creationId="{8981F0C7-A7B1-5153-B428-5AAEF898E957}"/>
          </ac:spMkLst>
        </pc:spChg>
      </pc:sldChg>
      <pc:sldChg chg="addSp delSp modSp add mod">
        <pc:chgData name="Harshita Rajinikanth" userId="743dbc7969af350e" providerId="LiveId" clId="{CB0EF478-4FFE-4C9E-A2A4-FD22F599D8A9}" dt="2024-11-16T05:45:14.575" v="780" actId="14100"/>
        <pc:sldMkLst>
          <pc:docMk/>
          <pc:sldMk cId="3328272721" sldId="310"/>
        </pc:sldMkLst>
        <pc:spChg chg="mod">
          <ac:chgData name="Harshita Rajinikanth" userId="743dbc7969af350e" providerId="LiveId" clId="{CB0EF478-4FFE-4C9E-A2A4-FD22F599D8A9}" dt="2024-11-16T05:45:14.575" v="780" actId="14100"/>
          <ac:spMkLst>
            <pc:docMk/>
            <pc:sldMk cId="3328272721" sldId="310"/>
            <ac:spMk id="3" creationId="{B3CD2D19-A856-C011-13D8-2EDF2390EE6A}"/>
          </ac:spMkLst>
        </pc:spChg>
        <pc:spChg chg="add del mod">
          <ac:chgData name="Harshita Rajinikanth" userId="743dbc7969af350e" providerId="LiveId" clId="{CB0EF478-4FFE-4C9E-A2A4-FD22F599D8A9}" dt="2024-11-16T05:41:31.303" v="734"/>
          <ac:spMkLst>
            <pc:docMk/>
            <pc:sldMk cId="3328272721" sldId="310"/>
            <ac:spMk id="4" creationId="{9382EEBB-8222-7506-2D43-8FB34BA61B31}"/>
          </ac:spMkLst>
        </pc:spChg>
      </pc:sldChg>
      <pc:sldChg chg="addSp modSp add del mod">
        <pc:chgData name="Harshita Rajinikanth" userId="743dbc7969af350e" providerId="LiveId" clId="{CB0EF478-4FFE-4C9E-A2A4-FD22F599D8A9}" dt="2024-11-16T05:49:39.756" v="839" actId="47"/>
        <pc:sldMkLst>
          <pc:docMk/>
          <pc:sldMk cId="2707467564" sldId="311"/>
        </pc:sldMkLst>
        <pc:spChg chg="mod">
          <ac:chgData name="Harshita Rajinikanth" userId="743dbc7969af350e" providerId="LiveId" clId="{CB0EF478-4FFE-4C9E-A2A4-FD22F599D8A9}" dt="2024-11-16T05:49:31.080" v="837" actId="20577"/>
          <ac:spMkLst>
            <pc:docMk/>
            <pc:sldMk cId="2707467564" sldId="311"/>
            <ac:spMk id="3" creationId="{2286F53D-1A2B-AF78-6524-EBEF4C540D27}"/>
          </ac:spMkLst>
        </pc:spChg>
        <pc:spChg chg="add mod">
          <ac:chgData name="Harshita Rajinikanth" userId="743dbc7969af350e" providerId="LiveId" clId="{CB0EF478-4FFE-4C9E-A2A4-FD22F599D8A9}" dt="2024-11-16T05:49:28.985" v="836" actId="1076"/>
          <ac:spMkLst>
            <pc:docMk/>
            <pc:sldMk cId="2707467564" sldId="311"/>
            <ac:spMk id="4" creationId="{D380214B-20F0-4EA7-7A85-945DBBE13A87}"/>
          </ac:spMkLst>
        </pc:spChg>
      </pc:sldChg>
      <pc:sldChg chg="addSp delSp modSp add mod">
        <pc:chgData name="Harshita Rajinikanth" userId="743dbc7969af350e" providerId="LiveId" clId="{CB0EF478-4FFE-4C9E-A2A4-FD22F599D8A9}" dt="2024-11-16T05:54:00.110" v="908" actId="14100"/>
        <pc:sldMkLst>
          <pc:docMk/>
          <pc:sldMk cId="731160663" sldId="312"/>
        </pc:sldMkLst>
        <pc:spChg chg="mod">
          <ac:chgData name="Harshita Rajinikanth" userId="743dbc7969af350e" providerId="LiveId" clId="{CB0EF478-4FFE-4C9E-A2A4-FD22F599D8A9}" dt="2024-11-16T05:54:00.110" v="908" actId="14100"/>
          <ac:spMkLst>
            <pc:docMk/>
            <pc:sldMk cId="731160663" sldId="312"/>
            <ac:spMk id="3" creationId="{0A2F363C-4935-4826-DAEB-F308FBAEE37C}"/>
          </ac:spMkLst>
        </pc:spChg>
        <pc:spChg chg="add del mod">
          <ac:chgData name="Harshita Rajinikanth" userId="743dbc7969af350e" providerId="LiveId" clId="{CB0EF478-4FFE-4C9E-A2A4-FD22F599D8A9}" dt="2024-11-16T05:51:17.902" v="873"/>
          <ac:spMkLst>
            <pc:docMk/>
            <pc:sldMk cId="731160663" sldId="312"/>
            <ac:spMk id="4" creationId="{154389E2-BD96-C666-2993-EF4FD1960304}"/>
          </ac:spMkLst>
        </pc:spChg>
      </pc:sldChg>
      <pc:sldChg chg="modSp add mod">
        <pc:chgData name="Harshita Rajinikanth" userId="743dbc7969af350e" providerId="LiveId" clId="{CB0EF478-4FFE-4C9E-A2A4-FD22F599D8A9}" dt="2024-11-16T06:00:43.153" v="974" actId="108"/>
        <pc:sldMkLst>
          <pc:docMk/>
          <pc:sldMk cId="3454325559" sldId="313"/>
        </pc:sldMkLst>
        <pc:spChg chg="mod">
          <ac:chgData name="Harshita Rajinikanth" userId="743dbc7969af350e" providerId="LiveId" clId="{CB0EF478-4FFE-4C9E-A2A4-FD22F599D8A9}" dt="2024-11-16T06:00:43.153" v="974" actId="108"/>
          <ac:spMkLst>
            <pc:docMk/>
            <pc:sldMk cId="3454325559" sldId="313"/>
            <ac:spMk id="3" creationId="{53AE5FBC-2799-179D-4A89-8AB812CB4C22}"/>
          </ac:spMkLst>
        </pc:spChg>
      </pc:sldChg>
      <pc:sldChg chg="addSp modSp new mod modAnim">
        <pc:chgData name="Harshita Rajinikanth" userId="743dbc7969af350e" providerId="LiveId" clId="{CB0EF478-4FFE-4C9E-A2A4-FD22F599D8A9}" dt="2024-11-16T06:20:14.943" v="1123" actId="1076"/>
        <pc:sldMkLst>
          <pc:docMk/>
          <pc:sldMk cId="2152893035" sldId="314"/>
        </pc:sldMkLst>
        <pc:spChg chg="mod">
          <ac:chgData name="Harshita Rajinikanth" userId="743dbc7969af350e" providerId="LiveId" clId="{CB0EF478-4FFE-4C9E-A2A4-FD22F599D8A9}" dt="2024-11-16T06:01:01.472" v="991" actId="20577"/>
          <ac:spMkLst>
            <pc:docMk/>
            <pc:sldMk cId="2152893035" sldId="314"/>
            <ac:spMk id="2" creationId="{8F385520-1B6B-93DB-8C31-DD00ACB352D4}"/>
          </ac:spMkLst>
        </pc:spChg>
        <pc:spChg chg="mod">
          <ac:chgData name="Harshita Rajinikanth" userId="743dbc7969af350e" providerId="LiveId" clId="{CB0EF478-4FFE-4C9E-A2A4-FD22F599D8A9}" dt="2024-11-16T06:04:16.252" v="1049" actId="20577"/>
          <ac:spMkLst>
            <pc:docMk/>
            <pc:sldMk cId="2152893035" sldId="314"/>
            <ac:spMk id="3" creationId="{72428256-115E-0726-9CBF-1DA5E03AC1B0}"/>
          </ac:spMkLst>
        </pc:spChg>
        <pc:picChg chg="add mod">
          <ac:chgData name="Harshita Rajinikanth" userId="743dbc7969af350e" providerId="LiveId" clId="{CB0EF478-4FFE-4C9E-A2A4-FD22F599D8A9}" dt="2024-11-16T06:07:04.463" v="1115" actId="1076"/>
          <ac:picMkLst>
            <pc:docMk/>
            <pc:sldMk cId="2152893035" sldId="314"/>
            <ac:picMk id="4" creationId="{0072628D-4650-55AC-DF5B-330AF52C79C6}"/>
          </ac:picMkLst>
        </pc:picChg>
        <pc:picChg chg="add mod">
          <ac:chgData name="Harshita Rajinikanth" userId="743dbc7969af350e" providerId="LiveId" clId="{CB0EF478-4FFE-4C9E-A2A4-FD22F599D8A9}" dt="2024-11-16T06:09:26.430" v="1119" actId="1076"/>
          <ac:picMkLst>
            <pc:docMk/>
            <pc:sldMk cId="2152893035" sldId="314"/>
            <ac:picMk id="5" creationId="{5D13FB03-CF0E-8D95-1375-8782F4CD5EC9}"/>
          </ac:picMkLst>
        </pc:picChg>
        <pc:picChg chg="add mod">
          <ac:chgData name="Harshita Rajinikanth" userId="743dbc7969af350e" providerId="LiveId" clId="{CB0EF478-4FFE-4C9E-A2A4-FD22F599D8A9}" dt="2024-11-16T06:20:14.943" v="1123" actId="1076"/>
          <ac:picMkLst>
            <pc:docMk/>
            <pc:sldMk cId="2152893035" sldId="314"/>
            <ac:picMk id="6" creationId="{586BB6A7-F442-313C-780D-3F86E4461491}"/>
          </ac:picMkLst>
        </pc:picChg>
      </pc:sldChg>
      <pc:sldChg chg="addSp delSp modSp add mod delAnim modAnim">
        <pc:chgData name="Harshita Rajinikanth" userId="743dbc7969af350e" providerId="LiveId" clId="{CB0EF478-4FFE-4C9E-A2A4-FD22F599D8A9}" dt="2024-11-16T06:14:12.883" v="1121" actId="1076"/>
        <pc:sldMkLst>
          <pc:docMk/>
          <pc:sldMk cId="346561950" sldId="315"/>
        </pc:sldMkLst>
        <pc:spChg chg="mod">
          <ac:chgData name="Harshita Rajinikanth" userId="743dbc7969af350e" providerId="LiveId" clId="{CB0EF478-4FFE-4C9E-A2A4-FD22F599D8A9}" dt="2024-11-16T06:06:54.007" v="1113" actId="20577"/>
          <ac:spMkLst>
            <pc:docMk/>
            <pc:sldMk cId="346561950" sldId="315"/>
            <ac:spMk id="3" creationId="{72428256-115E-0726-9CBF-1DA5E03AC1B0}"/>
          </ac:spMkLst>
        </pc:spChg>
        <pc:picChg chg="del">
          <ac:chgData name="Harshita Rajinikanth" userId="743dbc7969af350e" providerId="LiveId" clId="{CB0EF478-4FFE-4C9E-A2A4-FD22F599D8A9}" dt="2024-11-16T06:05:17.774" v="1070" actId="478"/>
          <ac:picMkLst>
            <pc:docMk/>
            <pc:sldMk cId="346561950" sldId="315"/>
            <ac:picMk id="4" creationId="{0072628D-4650-55AC-DF5B-330AF52C79C6}"/>
          </ac:picMkLst>
        </pc:picChg>
        <pc:picChg chg="del">
          <ac:chgData name="Harshita Rajinikanth" userId="743dbc7969af350e" providerId="LiveId" clId="{CB0EF478-4FFE-4C9E-A2A4-FD22F599D8A9}" dt="2024-11-16T06:05:46.019" v="1088" actId="478"/>
          <ac:picMkLst>
            <pc:docMk/>
            <pc:sldMk cId="346561950" sldId="315"/>
            <ac:picMk id="5" creationId="{5D13FB03-CF0E-8D95-1375-8782F4CD5EC9}"/>
          </ac:picMkLst>
        </pc:picChg>
        <pc:picChg chg="add mod">
          <ac:chgData name="Harshita Rajinikanth" userId="743dbc7969af350e" providerId="LiveId" clId="{CB0EF478-4FFE-4C9E-A2A4-FD22F599D8A9}" dt="2024-11-16T06:07:00.318" v="1114" actId="1076"/>
          <ac:picMkLst>
            <pc:docMk/>
            <pc:sldMk cId="346561950" sldId="315"/>
            <ac:picMk id="6" creationId="{00FD4F39-3362-DFD9-8AF4-2B2ECDA02C42}"/>
          </ac:picMkLst>
        </pc:picChg>
        <pc:picChg chg="add mod">
          <ac:chgData name="Harshita Rajinikanth" userId="743dbc7969af350e" providerId="LiveId" clId="{CB0EF478-4FFE-4C9E-A2A4-FD22F599D8A9}" dt="2024-11-16T06:07:50.528" v="1118" actId="1076"/>
          <ac:picMkLst>
            <pc:docMk/>
            <pc:sldMk cId="346561950" sldId="315"/>
            <ac:picMk id="7" creationId="{27347DCD-D43F-3BC5-5AFC-72DD4D7E0958}"/>
          </ac:picMkLst>
        </pc:picChg>
        <pc:picChg chg="add mod">
          <ac:chgData name="Harshita Rajinikanth" userId="743dbc7969af350e" providerId="LiveId" clId="{CB0EF478-4FFE-4C9E-A2A4-FD22F599D8A9}" dt="2024-11-16T06:14:12.883" v="1121" actId="1076"/>
          <ac:picMkLst>
            <pc:docMk/>
            <pc:sldMk cId="346561950" sldId="315"/>
            <ac:picMk id="8" creationId="{9C6925A2-A632-D488-EC77-6F6D16B71D9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47F476-161E-4A04-A0FB-965A0EEB43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32E49AB-875B-42C8-941C-0DE0DBD2D3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66B955-9ABA-47D4-BA0F-43D209E6DE06}" type="datetimeFigureOut">
              <a:rPr lang="en-US" smtClean="0"/>
              <a:t>11/16/2024</a:t>
            </a:fld>
            <a:endParaRPr lang="en-US" dirty="0"/>
          </a:p>
        </p:txBody>
      </p:sp>
      <p:sp>
        <p:nvSpPr>
          <p:cNvPr id="4" name="Footer Placeholder 3">
            <a:extLst>
              <a:ext uri="{FF2B5EF4-FFF2-40B4-BE49-F238E27FC236}">
                <a16:creationId xmlns:a16="http://schemas.microsoft.com/office/drawing/2014/main" id="{23EFBA4A-EC84-4A1C-951D-F76333FEEC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0085306-E124-4DA3-9455-10E28A78FE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FAA0D8-202C-4D3D-887A-429ECB6FFB65}" type="slidenum">
              <a:rPr lang="en-US" smtClean="0"/>
              <a:t>‹#›</a:t>
            </a:fld>
            <a:endParaRPr lang="en-US" dirty="0"/>
          </a:p>
        </p:txBody>
      </p:sp>
    </p:spTree>
    <p:extLst>
      <p:ext uri="{BB962C8B-B14F-4D97-AF65-F5344CB8AC3E}">
        <p14:creationId xmlns:p14="http://schemas.microsoft.com/office/powerpoint/2010/main" val="223340698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3B77EF04-6424-4B70-94D1-FC932CBBDD9B}" type="datetimeFigureOut">
              <a:rPr lang="en-US" noProof="0" smtClean="0"/>
              <a:t>11/16/2024</a:t>
            </a:fld>
            <a:endParaRPr lang="en-US" noProof="0"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noProof="0" dirty="0"/>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38049E5-7B53-4E85-8972-7D6C4BCE5BB9}" type="slidenum">
              <a:rPr lang="en-US" noProof="0" smtClean="0"/>
              <a:t>‹#›</a:t>
            </a:fld>
            <a:endParaRPr lang="en-US" noProof="0" dirty="0"/>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0129581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fld id="{3B77EF04-6424-4B70-94D1-FC932CBBDD9B}" type="datetimeFigureOut">
              <a:rPr lang="en-US" noProof="0" smtClean="0"/>
              <a:pPr/>
              <a:t>11/16/2024</a:t>
            </a:fld>
            <a:endParaRPr lang="en-US" noProof="0"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r>
              <a:rPr lang="en-US" noProof="0" dirty="0"/>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fld id="{B38049E5-7B53-4E85-8972-7D6C4BCE5BB9}" type="slidenum">
              <a:rPr lang="en-US" noProof="0" smtClean="0"/>
              <a:pPr/>
              <a:t>‹#›</a:t>
            </a:fld>
            <a:endParaRPr lang="en-US" noProof="0" dirty="0"/>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3350295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3B77EF04-6424-4B70-94D1-FC932CBBDD9B}" type="datetimeFigureOut">
              <a:rPr lang="en-US" noProof="0" smtClean="0"/>
              <a:t>11/16/2024</a:t>
            </a:fld>
            <a:endParaRPr lang="en-US" noProof="0" dirty="0"/>
          </a:p>
        </p:txBody>
      </p:sp>
      <p:sp>
        <p:nvSpPr>
          <p:cNvPr id="5" name="Footer Placeholder 4"/>
          <p:cNvSpPr>
            <a:spLocks noGrp="1"/>
          </p:cNvSpPr>
          <p:nvPr>
            <p:ph type="ftr" sz="quarter" idx="11"/>
          </p:nvPr>
        </p:nvSpPr>
        <p:spPr/>
        <p:txBody>
          <a:bodyPr/>
          <a:lstStyle/>
          <a:p>
            <a:r>
              <a:rPr lang="en-US" noProof="0" dirty="0"/>
              <a:t>Add a footer </a:t>
            </a:r>
          </a:p>
        </p:txBody>
      </p:sp>
      <p:sp>
        <p:nvSpPr>
          <p:cNvPr id="6" name="Slide Number Placeholder 5"/>
          <p:cNvSpPr>
            <a:spLocks noGrp="1"/>
          </p:cNvSpPr>
          <p:nvPr>
            <p:ph type="sldNum" sz="quarter" idx="12"/>
          </p:nvPr>
        </p:nvSpPr>
        <p:spPr/>
        <p:txBody>
          <a:bodyPr/>
          <a:lstStyle/>
          <a:p>
            <a:fld id="{B38049E5-7B53-4E85-8972-7D6C4BCE5BB9}" type="slidenum">
              <a:rPr lang="en-US" noProof="0" smtClean="0"/>
              <a:t>‹#›</a:t>
            </a:fld>
            <a:endParaRPr lang="en-US" noProof="0" dirty="0"/>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9941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fld id="{3B77EF04-6424-4B70-94D1-FC932CBBDD9B}" type="datetimeFigureOut">
              <a:rPr lang="en-US" noProof="0" smtClean="0"/>
              <a:pPr/>
              <a:t>11/16/2024</a:t>
            </a:fld>
            <a:endParaRPr lang="en-US" noProof="0" dirty="0"/>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8449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fld id="{3B77EF04-6424-4B70-94D1-FC932CBBDD9B}" type="datetimeFigureOut">
              <a:rPr lang="en-US" noProof="0" smtClean="0"/>
              <a:pPr/>
              <a:t>11/16/2024</a:t>
            </a:fld>
            <a:endParaRPr lang="en-US" noProof="0" dirty="0"/>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a:t>Click to edit Master text styles</a:t>
            </a:r>
          </a:p>
          <a:p>
            <a:pPr marL="0" lvl="1" indent="0" algn="ctr">
              <a:buNone/>
            </a:pPr>
            <a:r>
              <a:rPr lang="en-US" noProof="0"/>
              <a:t>Second level</a:t>
            </a:r>
          </a:p>
          <a:p>
            <a:pPr marL="0" lvl="2" indent="0" algn="ctr">
              <a:buNone/>
            </a:pPr>
            <a:r>
              <a:rPr lang="en-US" noProof="0"/>
              <a:t>Third level</a:t>
            </a:r>
          </a:p>
          <a:p>
            <a:pPr marL="0" lvl="3" indent="0" algn="ctr">
              <a:buNone/>
            </a:pPr>
            <a:r>
              <a:rPr lang="en-US" noProof="0"/>
              <a:t>Fourth level</a:t>
            </a:r>
          </a:p>
          <a:p>
            <a:pPr marL="0" lvl="4" indent="0" algn="ctr">
              <a:buNone/>
            </a:pPr>
            <a:r>
              <a:rPr lang="en-US" noProof="0"/>
              <a:t>Fifth level</a:t>
            </a:r>
          </a:p>
        </p:txBody>
      </p:sp>
    </p:spTree>
    <p:extLst>
      <p:ext uri="{BB962C8B-B14F-4D97-AF65-F5344CB8AC3E}">
        <p14:creationId xmlns:p14="http://schemas.microsoft.com/office/powerpoint/2010/main" val="1686602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accent3"/>
              </a:solidFill>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fld id="{3B77EF04-6424-4B70-94D1-FC932CBBDD9B}" type="datetimeFigureOut">
              <a:rPr lang="en-US" noProof="0" smtClean="0"/>
              <a:pPr/>
              <a:t>11/16/2024</a:t>
            </a:fld>
            <a:endParaRPr lang="en-US" noProof="0" dirty="0"/>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2821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fld id="{3B77EF04-6424-4B70-94D1-FC932CBBDD9B}" type="datetimeFigureOut">
              <a:rPr lang="en-US" noProof="0" smtClean="0"/>
              <a:pPr/>
              <a:t>11/16/2024</a:t>
            </a:fld>
            <a:endParaRPr lang="en-US" noProof="0" dirty="0"/>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789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3B77EF04-6424-4B70-94D1-FC932CBBDD9B}" type="datetimeFigureOut">
              <a:rPr lang="en-US" noProof="0" smtClean="0"/>
              <a:t>11/16/2024</a:t>
            </a:fld>
            <a:endParaRPr lang="en-US" noProof="0"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noProof="0" dirty="0"/>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921443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3B77EF04-6424-4B70-94D1-FC932CBBDD9B}" type="datetimeFigureOut">
              <a:rPr lang="en-US" noProof="0" smtClean="0"/>
              <a:t>11/16/2024</a:t>
            </a:fld>
            <a:endParaRPr lang="en-US" noProof="0" dirty="0"/>
          </a:p>
        </p:txBody>
      </p:sp>
      <p:sp>
        <p:nvSpPr>
          <p:cNvPr id="6" name="Footer Placeholder 5"/>
          <p:cNvSpPr>
            <a:spLocks noGrp="1"/>
          </p:cNvSpPr>
          <p:nvPr>
            <p:ph type="ftr" sz="quarter" idx="11"/>
          </p:nvPr>
        </p:nvSpPr>
        <p:spPr/>
        <p:txBody>
          <a:bodyPr/>
          <a:lstStyle/>
          <a:p>
            <a:r>
              <a:rPr lang="en-US" noProof="0" dirty="0"/>
              <a:t>Add a footer </a:t>
            </a:r>
          </a:p>
        </p:txBody>
      </p:sp>
      <p:sp>
        <p:nvSpPr>
          <p:cNvPr id="7" name="Slide Number Placeholder 6"/>
          <p:cNvSpPr>
            <a:spLocks noGrp="1"/>
          </p:cNvSpPr>
          <p:nvPr>
            <p:ph type="sldNum" sz="quarter" idx="12"/>
          </p:nvPr>
        </p:nvSpPr>
        <p:spPr/>
        <p:txBody>
          <a:bodyPr/>
          <a:lstStyle/>
          <a:p>
            <a:fld id="{B38049E5-7B53-4E85-8972-7D6C4BCE5BB9}" type="slidenum">
              <a:rPr lang="en-US" noProof="0" smtClean="0"/>
              <a:t>‹#›</a:t>
            </a:fld>
            <a:endParaRPr lang="en-US" noProof="0" dirty="0"/>
          </a:p>
        </p:txBody>
      </p:sp>
    </p:spTree>
    <p:extLst>
      <p:ext uri="{BB962C8B-B14F-4D97-AF65-F5344CB8AC3E}">
        <p14:creationId xmlns:p14="http://schemas.microsoft.com/office/powerpoint/2010/main" val="296885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3B77EF04-6424-4B70-94D1-FC932CBBDD9B}" type="datetimeFigureOut">
              <a:rPr lang="en-US" noProof="0" smtClean="0"/>
              <a:t>11/16/2024</a:t>
            </a:fld>
            <a:endParaRPr lang="en-US" noProof="0" dirty="0"/>
          </a:p>
        </p:txBody>
      </p:sp>
      <p:sp>
        <p:nvSpPr>
          <p:cNvPr id="8" name="Footer Placeholder 7"/>
          <p:cNvSpPr>
            <a:spLocks noGrp="1"/>
          </p:cNvSpPr>
          <p:nvPr>
            <p:ph type="ftr" sz="quarter" idx="11"/>
          </p:nvPr>
        </p:nvSpPr>
        <p:spPr/>
        <p:txBody>
          <a:bodyPr/>
          <a:lstStyle/>
          <a:p>
            <a:r>
              <a:rPr lang="en-US" noProof="0" dirty="0"/>
              <a:t>Add a footer </a:t>
            </a:r>
          </a:p>
        </p:txBody>
      </p:sp>
      <p:sp>
        <p:nvSpPr>
          <p:cNvPr id="9" name="Slide Number Placeholder 8"/>
          <p:cNvSpPr>
            <a:spLocks noGrp="1"/>
          </p:cNvSpPr>
          <p:nvPr>
            <p:ph type="sldNum" sz="quarter" idx="12"/>
          </p:nvPr>
        </p:nvSpPr>
        <p:spPr/>
        <p:txBody>
          <a:bodyPr/>
          <a:lstStyle/>
          <a:p>
            <a:fld id="{B38049E5-7B53-4E85-8972-7D6C4BCE5BB9}" type="slidenum">
              <a:rPr lang="en-US" noProof="0" smtClean="0"/>
              <a:t>‹#›</a:t>
            </a:fld>
            <a:endParaRPr lang="en-US" noProof="0" dirty="0"/>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740073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fld id="{3B77EF04-6424-4B70-94D1-FC932CBBDD9B}" type="datetimeFigureOut">
              <a:rPr lang="en-US" noProof="0" smtClean="0"/>
              <a:t>11/16/2024</a:t>
            </a:fld>
            <a:endParaRPr lang="en-US" noProof="0" dirty="0"/>
          </a:p>
        </p:txBody>
      </p:sp>
      <p:sp>
        <p:nvSpPr>
          <p:cNvPr id="4" name="Footer Placeholder 3"/>
          <p:cNvSpPr>
            <a:spLocks noGrp="1"/>
          </p:cNvSpPr>
          <p:nvPr>
            <p:ph type="ftr" sz="quarter" idx="11"/>
          </p:nvPr>
        </p:nvSpPr>
        <p:spPr/>
        <p:txBody>
          <a:bodyPr/>
          <a:lstStyle/>
          <a:p>
            <a:r>
              <a:rPr lang="en-US" noProof="0" dirty="0"/>
              <a:t>Add a footer </a:t>
            </a:r>
          </a:p>
        </p:txBody>
      </p:sp>
      <p:sp>
        <p:nvSpPr>
          <p:cNvPr id="5" name="Slide Number Placeholder 4"/>
          <p:cNvSpPr>
            <a:spLocks noGrp="1"/>
          </p:cNvSpPr>
          <p:nvPr>
            <p:ph type="sldNum" sz="quarter" idx="12"/>
          </p:nvPr>
        </p:nvSpPr>
        <p:spPr/>
        <p:txBody>
          <a:bodyPr/>
          <a:lstStyle/>
          <a:p>
            <a:fld id="{B38049E5-7B53-4E85-8972-7D6C4BCE5BB9}" type="slidenum">
              <a:rPr lang="en-US" noProof="0" smtClean="0"/>
              <a:t>‹#›</a:t>
            </a:fld>
            <a:endParaRPr lang="en-US" noProof="0" dirty="0"/>
          </a:p>
        </p:txBody>
      </p:sp>
    </p:spTree>
    <p:extLst>
      <p:ext uri="{BB962C8B-B14F-4D97-AF65-F5344CB8AC3E}">
        <p14:creationId xmlns:p14="http://schemas.microsoft.com/office/powerpoint/2010/main" val="2572544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fld id="{3B77EF04-6424-4B70-94D1-FC932CBBDD9B}" type="datetimeFigureOut">
              <a:rPr lang="en-US" noProof="0" smtClean="0"/>
              <a:t>11/16/2024</a:t>
            </a:fld>
            <a:endParaRPr lang="en-US" noProof="0" dirty="0"/>
          </a:p>
        </p:txBody>
      </p:sp>
      <p:sp>
        <p:nvSpPr>
          <p:cNvPr id="4" name="Footer Placeholder 3"/>
          <p:cNvSpPr>
            <a:spLocks noGrp="1"/>
          </p:cNvSpPr>
          <p:nvPr>
            <p:ph type="ftr" sz="quarter" idx="11"/>
          </p:nvPr>
        </p:nvSpPr>
        <p:spPr/>
        <p:txBody>
          <a:bodyPr/>
          <a:lstStyle/>
          <a:p>
            <a:r>
              <a:rPr lang="en-US" noProof="0" dirty="0"/>
              <a:t>Add a footer </a:t>
            </a:r>
          </a:p>
        </p:txBody>
      </p:sp>
      <p:sp>
        <p:nvSpPr>
          <p:cNvPr id="5" name="Slide Number Placeholder 4"/>
          <p:cNvSpPr>
            <a:spLocks noGrp="1"/>
          </p:cNvSpPr>
          <p:nvPr>
            <p:ph type="sldNum" sz="quarter" idx="12"/>
          </p:nvPr>
        </p:nvSpPr>
        <p:spPr/>
        <p:txBody>
          <a:bodyPr/>
          <a:lstStyle/>
          <a:p>
            <a:fld id="{B38049E5-7B53-4E85-8972-7D6C4BCE5BB9}" type="slidenum">
              <a:rPr lang="en-US" noProof="0" smtClean="0"/>
              <a:t>‹#›</a:t>
            </a:fld>
            <a:endParaRPr lang="en-US" noProof="0" dirty="0"/>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a:t>Click to edit Master text styles</a:t>
            </a:r>
          </a:p>
        </p:txBody>
      </p:sp>
    </p:spTree>
    <p:extLst>
      <p:ext uri="{BB962C8B-B14F-4D97-AF65-F5344CB8AC3E}">
        <p14:creationId xmlns:p14="http://schemas.microsoft.com/office/powerpoint/2010/main" val="2266103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77EF04-6424-4B70-94D1-FC932CBBDD9B}" type="datetimeFigureOut">
              <a:rPr lang="en-US" noProof="0" smtClean="0"/>
              <a:t>11/16/2024</a:t>
            </a:fld>
            <a:endParaRPr lang="en-US" noProof="0" dirty="0"/>
          </a:p>
        </p:txBody>
      </p:sp>
      <p:sp>
        <p:nvSpPr>
          <p:cNvPr id="3" name="Footer Placeholder 2"/>
          <p:cNvSpPr>
            <a:spLocks noGrp="1"/>
          </p:cNvSpPr>
          <p:nvPr>
            <p:ph type="ftr" sz="quarter" idx="11"/>
          </p:nvPr>
        </p:nvSpPr>
        <p:spPr/>
        <p:txBody>
          <a:bodyPr/>
          <a:lstStyle/>
          <a:p>
            <a:r>
              <a:rPr lang="en-US" noProof="0" dirty="0"/>
              <a:t>Add a footer </a:t>
            </a:r>
          </a:p>
        </p:txBody>
      </p:sp>
      <p:sp>
        <p:nvSpPr>
          <p:cNvPr id="4" name="Slide Number Placeholder 3"/>
          <p:cNvSpPr>
            <a:spLocks noGrp="1"/>
          </p:cNvSpPr>
          <p:nvPr>
            <p:ph type="sldNum" sz="quarter" idx="12"/>
          </p:nvPr>
        </p:nvSpPr>
        <p:spPr/>
        <p:txBody>
          <a:bodyPr/>
          <a:lstStyle/>
          <a:p>
            <a:fld id="{B38049E5-7B53-4E85-8972-7D6C4BCE5BB9}" type="slidenum">
              <a:rPr lang="en-US" noProof="0" smtClean="0"/>
              <a:t>‹#›</a:t>
            </a:fld>
            <a:endParaRPr lang="en-US" noProof="0" dirty="0"/>
          </a:p>
        </p:txBody>
      </p:sp>
    </p:spTree>
    <p:extLst>
      <p:ext uri="{BB962C8B-B14F-4D97-AF65-F5344CB8AC3E}">
        <p14:creationId xmlns:p14="http://schemas.microsoft.com/office/powerpoint/2010/main" val="3990140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3B77EF04-6424-4B70-94D1-FC932CBBDD9B}" type="datetimeFigureOut">
              <a:rPr lang="en-US" noProof="0" smtClean="0"/>
              <a:t>11/16/2024</a:t>
            </a:fld>
            <a:endParaRPr lang="en-US" noProof="0"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noProof="0" dirty="0"/>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B38049E5-7B53-4E85-8972-7D6C4BCE5BB9}" type="slidenum">
              <a:rPr lang="en-US" noProof="0" smtClean="0"/>
              <a:t>‹#›</a:t>
            </a:fld>
            <a:endParaRPr lang="en-US" noProof="0" dirty="0"/>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56303306"/>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62" r:id="rId3"/>
    <p:sldLayoutId id="2147483668" r:id="rId4"/>
    <p:sldLayoutId id="2147483671" r:id="rId5"/>
    <p:sldLayoutId id="2147483669" r:id="rId6"/>
    <p:sldLayoutId id="2147483672" r:id="rId7"/>
    <p:sldLayoutId id="2147483663" r:id="rId8"/>
    <p:sldLayoutId id="2147483664" r:id="rId9"/>
    <p:sldLayoutId id="2147483665" r:id="rId10"/>
    <p:sldLayoutId id="2147483666" r:id="rId11"/>
    <p:sldLayoutId id="2147483673" r:id="rId12"/>
    <p:sldLayoutId id="2147483667"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bin"/><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8" Type="http://schemas.openxmlformats.org/officeDocument/2006/relationships/image" Target="../media/image27.png"/><Relationship Id="rId3" Type="http://schemas.microsoft.com/office/2007/relationships/media" Target="../media/media2.mid"/><Relationship Id="rId7" Type="http://schemas.openxmlformats.org/officeDocument/2006/relationships/slideLayout" Target="../slideLayouts/slideLayout3.xml"/><Relationship Id="rId2" Type="http://schemas.openxmlformats.org/officeDocument/2006/relationships/audio" Target="../media/media1.mid"/><Relationship Id="rId1" Type="http://schemas.microsoft.com/office/2007/relationships/media" Target="../media/media1.mid"/><Relationship Id="rId6" Type="http://schemas.openxmlformats.org/officeDocument/2006/relationships/audio" Target="../media/media3.mid"/><Relationship Id="rId5" Type="http://schemas.microsoft.com/office/2007/relationships/media" Target="../media/media3.mid"/><Relationship Id="rId4" Type="http://schemas.openxmlformats.org/officeDocument/2006/relationships/audio" Target="../media/media2.mid"/></Relationships>
</file>

<file path=ppt/slides/_rels/slide39.xml.rels><?xml version="1.0" encoding="UTF-8" standalone="yes"?>
<Relationships xmlns="http://schemas.openxmlformats.org/package/2006/relationships"><Relationship Id="rId8" Type="http://schemas.openxmlformats.org/officeDocument/2006/relationships/image" Target="../media/image27.png"/><Relationship Id="rId3" Type="http://schemas.microsoft.com/office/2007/relationships/media" Target="../media/media5.mid"/><Relationship Id="rId7" Type="http://schemas.openxmlformats.org/officeDocument/2006/relationships/slideLayout" Target="../slideLayouts/slideLayout3.xml"/><Relationship Id="rId2" Type="http://schemas.openxmlformats.org/officeDocument/2006/relationships/audio" Target="../media/media4.mid"/><Relationship Id="rId1" Type="http://schemas.microsoft.com/office/2007/relationships/media" Target="../media/media4.mid"/><Relationship Id="rId6" Type="http://schemas.openxmlformats.org/officeDocument/2006/relationships/audio" Target="../media/media6.mp3"/><Relationship Id="rId5" Type="http://schemas.microsoft.com/office/2007/relationships/media" Target="../media/media6.mp3"/><Relationship Id="rId4" Type="http://schemas.openxmlformats.org/officeDocument/2006/relationships/audio" Target="../media/media5.mid"/></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hyperlink" Target="https://arxiv.org/abs/1303.2524" TargetMode="External"/><Relationship Id="rId2" Type="http://schemas.openxmlformats.org/officeDocument/2006/relationships/slideLayout" Target="../slideLayouts/slideLayout3.xml"/><Relationship Id="rId1" Type="http://schemas.openxmlformats.org/officeDocument/2006/relationships/themeOverride" Target="../theme/themeOverride1.xml"/><Relationship Id="rId6" Type="http://schemas.openxmlformats.org/officeDocument/2006/relationships/hyperlink" Target="https://www.openai.com/blog/jukebox" TargetMode="External"/><Relationship Id="rId5" Type="http://schemas.openxmlformats.org/officeDocument/2006/relationships/hyperlink" Target="https://arxiv.org/abs/1803.05220" TargetMode="External"/><Relationship Id="rId4" Type="http://schemas.openxmlformats.org/officeDocument/2006/relationships/hyperlink" Target="https://openai.com/research/jukebox" TargetMode="Externa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889FE-7B85-40C7-8441-909223A9B382}"/>
              </a:ext>
            </a:extLst>
          </p:cNvPr>
          <p:cNvSpPr>
            <a:spLocks noGrp="1"/>
          </p:cNvSpPr>
          <p:nvPr>
            <p:ph type="ctrTitle"/>
          </p:nvPr>
        </p:nvSpPr>
        <p:spPr/>
        <p:txBody>
          <a:bodyPr/>
          <a:lstStyle/>
          <a:p>
            <a:r>
              <a:rPr lang="en-US" sz="4000" b="1" i="0" u="none" strike="noStrike" baseline="0" dirty="0">
                <a:latin typeface="Times New Roman" panose="02020603050405020304" pitchFamily="18" charset="0"/>
                <a:cs typeface="Times New Roman" panose="02020603050405020304" pitchFamily="18" charset="0"/>
              </a:rPr>
              <a:t>Symphony Of Algorithms: Music Composition using Deep Learning Models</a:t>
            </a:r>
            <a:endParaRPr lang="en-US" sz="13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87DC842-2DF4-46F3-AEC5-E38386DA6887}"/>
              </a:ext>
            </a:extLst>
          </p:cNvPr>
          <p:cNvSpPr>
            <a:spLocks noGrp="1"/>
          </p:cNvSpPr>
          <p:nvPr>
            <p:ph type="subTitle" idx="1"/>
          </p:nvPr>
        </p:nvSpPr>
        <p:spPr>
          <a:xfrm>
            <a:off x="8257881" y="4840492"/>
            <a:ext cx="3733014" cy="1645149"/>
          </a:xfrm>
        </p:spPr>
        <p:txBody>
          <a:bodyPr>
            <a:normAutofit fontScale="70000" lnSpcReduction="20000"/>
          </a:bodyPr>
          <a:lstStyle/>
          <a:p>
            <a:pPr algn="l"/>
            <a:r>
              <a:rPr lang="en-US" dirty="0"/>
              <a:t>By:</a:t>
            </a:r>
          </a:p>
          <a:p>
            <a:pPr algn="l"/>
            <a:endParaRPr lang="en-US" dirty="0"/>
          </a:p>
          <a:p>
            <a:pPr algn="l"/>
            <a:r>
              <a:rPr lang="en-US" dirty="0"/>
              <a:t>HAMSHIKA R.(21BAI1003)</a:t>
            </a:r>
          </a:p>
          <a:p>
            <a:pPr algn="l"/>
            <a:r>
              <a:rPr lang="en-US" dirty="0"/>
              <a:t>HARSHITA RAJINIKANTH(21BAI1226)</a:t>
            </a:r>
          </a:p>
          <a:p>
            <a:pPr algn="l"/>
            <a:r>
              <a:rPr lang="en-US" dirty="0"/>
              <a:t>SNEHALATHA PRAKASH(21BAI1519)</a:t>
            </a:r>
          </a:p>
          <a:p>
            <a:endParaRPr lang="en-US" dirty="0"/>
          </a:p>
        </p:txBody>
      </p:sp>
    </p:spTree>
    <p:extLst>
      <p:ext uri="{BB962C8B-B14F-4D97-AF65-F5344CB8AC3E}">
        <p14:creationId xmlns:p14="http://schemas.microsoft.com/office/powerpoint/2010/main" val="2461678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F4B2-1DB7-414F-A4A4-4F72BEAFAFC9}"/>
              </a:ext>
            </a:extLst>
          </p:cNvPr>
          <p:cNvSpPr>
            <a:spLocks noGrp="1"/>
          </p:cNvSpPr>
          <p:nvPr>
            <p:ph type="title"/>
          </p:nvPr>
        </p:nvSpPr>
        <p:spPr/>
        <p:txBody>
          <a:bodyPr/>
          <a:lstStyle/>
          <a:p>
            <a:r>
              <a:rPr lang="en-US" dirty="0"/>
              <a:t>CONTENTS</a:t>
            </a:r>
          </a:p>
        </p:txBody>
      </p:sp>
      <p:sp>
        <p:nvSpPr>
          <p:cNvPr id="4" name="Text Placeholder 3">
            <a:extLst>
              <a:ext uri="{FF2B5EF4-FFF2-40B4-BE49-F238E27FC236}">
                <a16:creationId xmlns:a16="http://schemas.microsoft.com/office/drawing/2014/main" id="{88A3B9A3-E4C7-4E87-9EAE-EBDC28D24C12}"/>
              </a:ext>
            </a:extLst>
          </p:cNvPr>
          <p:cNvSpPr>
            <a:spLocks noGrp="1"/>
          </p:cNvSpPr>
          <p:nvPr>
            <p:ph type="body" sz="half" idx="2"/>
          </p:nvPr>
        </p:nvSpPr>
        <p:spPr>
          <a:xfrm>
            <a:off x="586246" y="1986116"/>
            <a:ext cx="4858460" cy="4552336"/>
          </a:xfrm>
        </p:spPr>
        <p:txBody>
          <a:bodyPr/>
          <a:lstStyle/>
          <a:p>
            <a:pPr marL="0" indent="0">
              <a:lnSpc>
                <a:spcPct val="200000"/>
              </a:lnSpc>
              <a:buNone/>
            </a:pPr>
            <a:r>
              <a:rPr lang="en-US" dirty="0"/>
              <a:t>l</a:t>
            </a:r>
          </a:p>
          <a:p>
            <a:pPr marL="342900" indent="-342900">
              <a:lnSpc>
                <a:spcPct val="200000"/>
              </a:lnSpc>
              <a:buFont typeface="+mj-lt"/>
              <a:buAutoNum type="arabicPeriod"/>
            </a:pPr>
            <a:r>
              <a:rPr lang="en-US" dirty="0"/>
              <a:t>Introduction</a:t>
            </a:r>
          </a:p>
          <a:p>
            <a:pPr marL="342900" indent="-342900">
              <a:lnSpc>
                <a:spcPct val="200000"/>
              </a:lnSpc>
              <a:buFont typeface="+mj-lt"/>
              <a:buAutoNum type="arabicPeriod"/>
            </a:pPr>
            <a:r>
              <a:rPr lang="en-US" dirty="0"/>
              <a:t>Problem Statement</a:t>
            </a:r>
          </a:p>
          <a:p>
            <a:pPr marL="342900" indent="-342900">
              <a:lnSpc>
                <a:spcPct val="200000"/>
              </a:lnSpc>
              <a:buFont typeface="+mj-lt"/>
              <a:buAutoNum type="arabicPeriod"/>
            </a:pPr>
            <a:r>
              <a:rPr lang="en-US" dirty="0"/>
              <a:t>Research Objective</a:t>
            </a:r>
          </a:p>
          <a:p>
            <a:pPr marL="342900" indent="-342900">
              <a:lnSpc>
                <a:spcPct val="200000"/>
              </a:lnSpc>
              <a:buFont typeface="+mj-lt"/>
              <a:buAutoNum type="arabicPeriod"/>
            </a:pPr>
            <a:r>
              <a:rPr lang="en-US" dirty="0"/>
              <a:t>About Proposed Systems</a:t>
            </a:r>
          </a:p>
          <a:p>
            <a:pPr marL="342900" indent="-342900">
              <a:lnSpc>
                <a:spcPct val="200000"/>
              </a:lnSpc>
              <a:buFont typeface="+mj-lt"/>
              <a:buAutoNum type="arabicPeriod"/>
            </a:pPr>
            <a:r>
              <a:rPr lang="en-US" dirty="0"/>
              <a:t>100% implementation with the results</a:t>
            </a:r>
          </a:p>
          <a:p>
            <a:pPr marL="342900" indent="-342900">
              <a:lnSpc>
                <a:spcPct val="200000"/>
              </a:lnSpc>
              <a:buFont typeface="+mj-lt"/>
              <a:buAutoNum type="arabicPeriod"/>
            </a:pPr>
            <a:r>
              <a:rPr lang="en-US" dirty="0"/>
              <a:t>Conclusion</a:t>
            </a:r>
          </a:p>
          <a:p>
            <a:pPr marL="342900" indent="-342900">
              <a:lnSpc>
                <a:spcPct val="200000"/>
              </a:lnSpc>
              <a:buFont typeface="+mj-lt"/>
              <a:buAutoNum type="arabicPeriod"/>
            </a:pPr>
            <a:r>
              <a:rPr lang="en-US" dirty="0"/>
              <a:t>References</a:t>
            </a:r>
          </a:p>
        </p:txBody>
      </p:sp>
      <p:pic>
        <p:nvPicPr>
          <p:cNvPr id="11" name="Picture 10">
            <a:extLst>
              <a:ext uri="{FF2B5EF4-FFF2-40B4-BE49-F238E27FC236}">
                <a16:creationId xmlns:a16="http://schemas.microsoft.com/office/drawing/2014/main" id="{AEC9073E-8A55-DA8B-689A-CE892DDEB50C}"/>
              </a:ext>
            </a:extLst>
          </p:cNvPr>
          <p:cNvPicPr>
            <a:picLocks noChangeAspect="1"/>
          </p:cNvPicPr>
          <p:nvPr/>
        </p:nvPicPr>
        <p:blipFill>
          <a:blip r:embed="rId2"/>
          <a:stretch>
            <a:fillRect/>
          </a:stretch>
        </p:blipFill>
        <p:spPr>
          <a:xfrm>
            <a:off x="6561056" y="248439"/>
            <a:ext cx="5297864" cy="6361121"/>
          </a:xfrm>
          <a:prstGeom prst="rect">
            <a:avLst/>
          </a:prstGeom>
        </p:spPr>
      </p:pic>
    </p:spTree>
    <p:extLst>
      <p:ext uri="{BB962C8B-B14F-4D97-AF65-F5344CB8AC3E}">
        <p14:creationId xmlns:p14="http://schemas.microsoft.com/office/powerpoint/2010/main" val="3232691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9797845" cy="5122606"/>
          </a:xfrm>
        </p:spPr>
        <p:txBody>
          <a:bodyPr/>
          <a:lstStyle/>
          <a:p>
            <a:pPr marL="0" indent="0">
              <a:buNone/>
            </a:pPr>
            <a:endParaRPr lang="en-US" dirty="0"/>
          </a:p>
          <a:p>
            <a:r>
              <a:rPr lang="en-US" sz="2200" dirty="0"/>
              <a:t>This project explores the effectiveness of various AI models—Generative Adversarial Networks (GANs), Gated Recurrent Units (GRUs), Variational Autoencoders (VAEs), OpenAI’s Jukebox, Transformers, and Diffusion Models—in generating original music compositions. Each model employs unique architectures: GANs refine outputs through adversarial training, GRUs capture temporal flow, VAEs enable diverse musical variations, and Jukebox leverages transformers for high-fidelity audio. Transformers enhance sequence modeling for coherent compositions, while diffusion models introduce gradual noise removal to synthesize intricate and realistic sounds, expanding possibilities for creative audio generation.</a:t>
            </a:r>
          </a:p>
          <a:p>
            <a:r>
              <a:rPr lang="en-US" sz="2200" dirty="0"/>
              <a:t>We will evaluate each model's output using metrics and this analysis aims to reveal the strengths and limitations of each model, guiding advancements in AI-driven music composition.</a:t>
            </a:r>
          </a:p>
        </p:txBody>
      </p:sp>
    </p:spTree>
    <p:extLst>
      <p:ext uri="{BB962C8B-B14F-4D97-AF65-F5344CB8AC3E}">
        <p14:creationId xmlns:p14="http://schemas.microsoft.com/office/powerpoint/2010/main" val="2684535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E3515-A97A-1965-250C-15B904A60EA6}"/>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3C7F254F-8F12-6152-5881-9F3AFDE9E3AB}"/>
              </a:ext>
            </a:extLst>
          </p:cNvPr>
          <p:cNvSpPr>
            <a:spLocks noGrp="1"/>
          </p:cNvSpPr>
          <p:nvPr>
            <p:ph idx="1"/>
          </p:nvPr>
        </p:nvSpPr>
        <p:spPr>
          <a:xfrm>
            <a:off x="1371600" y="1501585"/>
            <a:ext cx="9601200" cy="4382729"/>
          </a:xfrm>
        </p:spPr>
        <p:txBody>
          <a:bodyPr/>
          <a:lstStyle/>
          <a:p>
            <a:pPr marL="0" indent="0">
              <a:buNone/>
            </a:pPr>
            <a:endParaRPr lang="en-US" dirty="0"/>
          </a:p>
          <a:p>
            <a:r>
              <a:rPr lang="en-US" sz="2200" dirty="0"/>
              <a:t>AI music generation presents challenges in identifying the optimal model for producing coherent, high-quality compositions. Models like GANs, GRUs, VAEs, Jukebox, Transformers, and Diffusion models each employ unique methodologies, yet a direct comparative analysis of their impact on music quality and creativity remains underexplored.</a:t>
            </a:r>
          </a:p>
          <a:p>
            <a:r>
              <a:rPr lang="en-US" sz="2200" dirty="0"/>
              <a:t>This project aims to fill this gap by evaluating these models using metrics such as harmonicity, rhythmic consistency, novelty, and coherence. The goal is to identify the strengths and limitations of each model, offering insights to guide future advancements in AI-based music composition.</a:t>
            </a:r>
            <a:endParaRPr lang="en-IN" sz="2200" dirty="0"/>
          </a:p>
        </p:txBody>
      </p:sp>
    </p:spTree>
    <p:extLst>
      <p:ext uri="{BB962C8B-B14F-4D97-AF65-F5344CB8AC3E}">
        <p14:creationId xmlns:p14="http://schemas.microsoft.com/office/powerpoint/2010/main" val="3338583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627B0-B183-DDB6-555A-CA48CF516EE1}"/>
              </a:ext>
            </a:extLst>
          </p:cNvPr>
          <p:cNvSpPr>
            <a:spLocks noGrp="1"/>
          </p:cNvSpPr>
          <p:nvPr>
            <p:ph type="title"/>
          </p:nvPr>
        </p:nvSpPr>
        <p:spPr/>
        <p:txBody>
          <a:bodyPr/>
          <a:lstStyle/>
          <a:p>
            <a:r>
              <a:rPr lang="en-US" dirty="0"/>
              <a:t>RESEARCH OBJECTIVE</a:t>
            </a:r>
            <a:endParaRPr lang="en-IN" dirty="0"/>
          </a:p>
        </p:txBody>
      </p:sp>
      <p:sp>
        <p:nvSpPr>
          <p:cNvPr id="3" name="Content Placeholder 2">
            <a:extLst>
              <a:ext uri="{FF2B5EF4-FFF2-40B4-BE49-F238E27FC236}">
                <a16:creationId xmlns:a16="http://schemas.microsoft.com/office/drawing/2014/main" id="{22434CDF-CD78-1CA9-5D3E-93C308CB255F}"/>
              </a:ext>
            </a:extLst>
          </p:cNvPr>
          <p:cNvSpPr>
            <a:spLocks noGrp="1"/>
          </p:cNvSpPr>
          <p:nvPr>
            <p:ph idx="1"/>
          </p:nvPr>
        </p:nvSpPr>
        <p:spPr>
          <a:xfrm>
            <a:off x="1371600" y="1494503"/>
            <a:ext cx="9601200" cy="5093110"/>
          </a:xfrm>
        </p:spPr>
        <p:txBody>
          <a:bodyPr/>
          <a:lstStyle/>
          <a:p>
            <a:pPr marL="0" indent="0">
              <a:buNone/>
            </a:pPr>
            <a:r>
              <a:rPr lang="en-US" sz="2200" dirty="0"/>
              <a:t>The objective of this research is to conduct a comparative analysis of GANs, GRUs, VAEs, OpenAI’s Jukebox, Transformers and Diffusion models for music generation, assessing each model's effectiveness in creating high-quality, coherent, and diverse compositions. By using evaluation metrics such as harmonicity, rhythmic consistency, novelty, coherence, and subjective human assessment, this study seeks to:</a:t>
            </a:r>
          </a:p>
          <a:p>
            <a:endParaRPr lang="en-US" sz="2200" dirty="0"/>
          </a:p>
          <a:p>
            <a:pPr marL="0" indent="0">
              <a:buNone/>
            </a:pPr>
            <a:r>
              <a:rPr lang="en-US" sz="2200" dirty="0"/>
              <a:t>1. Identify the unique strengths and limitations of each model in capturing musical structures.</a:t>
            </a:r>
          </a:p>
          <a:p>
            <a:pPr marL="0" indent="0">
              <a:buNone/>
            </a:pPr>
            <a:r>
              <a:rPr lang="en-US" sz="2200" dirty="0"/>
              <a:t>2. Determine which model best balances creativity and coherence for practical music generation.</a:t>
            </a:r>
          </a:p>
          <a:p>
            <a:pPr marL="0" indent="0">
              <a:buNone/>
            </a:pPr>
            <a:r>
              <a:rPr lang="en-US" sz="2200" dirty="0"/>
              <a:t>3. Provide insights into the potential of these models for applications across different music genres.</a:t>
            </a:r>
          </a:p>
          <a:p>
            <a:pPr marL="0" indent="0">
              <a:buNone/>
            </a:pPr>
            <a:endParaRPr lang="en-US" dirty="0"/>
          </a:p>
        </p:txBody>
      </p:sp>
    </p:spTree>
    <p:extLst>
      <p:ext uri="{BB962C8B-B14F-4D97-AF65-F5344CB8AC3E}">
        <p14:creationId xmlns:p14="http://schemas.microsoft.com/office/powerpoint/2010/main" val="3388657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93CB-6205-3B3D-DD7C-475C9209E6AA}"/>
              </a:ext>
            </a:extLst>
          </p:cNvPr>
          <p:cNvSpPr>
            <a:spLocks noGrp="1"/>
          </p:cNvSpPr>
          <p:nvPr>
            <p:ph type="title"/>
          </p:nvPr>
        </p:nvSpPr>
        <p:spPr/>
        <p:txBody>
          <a:bodyPr/>
          <a:lstStyle/>
          <a:p>
            <a:r>
              <a:rPr lang="en-IN" dirty="0"/>
              <a:t>ARCHITECTURES</a:t>
            </a:r>
          </a:p>
        </p:txBody>
      </p:sp>
      <p:sp>
        <p:nvSpPr>
          <p:cNvPr id="3" name="Content Placeholder 2">
            <a:extLst>
              <a:ext uri="{FF2B5EF4-FFF2-40B4-BE49-F238E27FC236}">
                <a16:creationId xmlns:a16="http://schemas.microsoft.com/office/drawing/2014/main" id="{1CD6B6AD-4F7F-9D13-CFAB-56387E6B2B16}"/>
              </a:ext>
            </a:extLst>
          </p:cNvPr>
          <p:cNvSpPr>
            <a:spLocks noGrp="1"/>
          </p:cNvSpPr>
          <p:nvPr>
            <p:ph idx="1"/>
          </p:nvPr>
        </p:nvSpPr>
        <p:spPr>
          <a:xfrm>
            <a:off x="1371599" y="1494502"/>
            <a:ext cx="9866671" cy="5673213"/>
          </a:xfrm>
        </p:spPr>
        <p:txBody>
          <a:bodyPr/>
          <a:lstStyle/>
          <a:p>
            <a:pPr marL="0" indent="0">
              <a:buNone/>
            </a:pPr>
            <a:r>
              <a:rPr lang="en-US" b="1" u="sng" dirty="0"/>
              <a:t>INTRODUCTION </a:t>
            </a:r>
          </a:p>
          <a:p>
            <a:r>
              <a:rPr lang="en-US" sz="2000" dirty="0"/>
              <a:t>The proposed system aims to evaluate and compare the performance of various deep learning models—GANs, GRUs, VAEs, OpenAI’s Jukebox, Transformers and Diffusion models —for generating music. By leveraging these diverse architectures, the system will create unique music compositions and evaluate them across multiple dimensions of musical quality.</a:t>
            </a:r>
          </a:p>
          <a:p>
            <a:r>
              <a:rPr lang="en-US" sz="2000" dirty="0"/>
              <a:t>Each model brings a unique approach to music generation. GANs create compositions through an adversarial process, enhancing realism by iteratively refining outputs. GRUs, with their capability to capture sequential dependencies, are effective for maintaining the flow and structure in musical sequences. VAEs, through their probabilistic framework, introduce variation and creativity into compositions. OpenAI’s Jukebox, using a transformer-based architecture, provides high-resolution audio and complex musical patterns. Transformers excel at long-sequence modeling, capturing intricate musical themes over time, while Diffusion models generate compositions by incrementally denoising, enabling fine-grained control over the synthesis of realistic and diverse sounds</a:t>
            </a:r>
            <a:r>
              <a:rPr lang="en-US" sz="2200" dirty="0"/>
              <a:t>.</a:t>
            </a:r>
          </a:p>
          <a:p>
            <a:pPr marL="0" indent="0">
              <a:buNone/>
            </a:pPr>
            <a:endParaRPr lang="en-IN" b="1" u="sng" dirty="0"/>
          </a:p>
        </p:txBody>
      </p:sp>
    </p:spTree>
    <p:extLst>
      <p:ext uri="{BB962C8B-B14F-4D97-AF65-F5344CB8AC3E}">
        <p14:creationId xmlns:p14="http://schemas.microsoft.com/office/powerpoint/2010/main" val="3741056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7DF9C-12EE-5BD0-1725-03182293D8DB}"/>
              </a:ext>
            </a:extLst>
          </p:cNvPr>
          <p:cNvSpPr>
            <a:spLocks noGrp="1"/>
          </p:cNvSpPr>
          <p:nvPr>
            <p:ph type="title"/>
          </p:nvPr>
        </p:nvSpPr>
        <p:spPr/>
        <p:txBody>
          <a:bodyPr/>
          <a:lstStyle/>
          <a:p>
            <a:r>
              <a:rPr lang="en-US" dirty="0"/>
              <a:t>GAN ARCHITECTURE </a:t>
            </a:r>
          </a:p>
        </p:txBody>
      </p:sp>
      <p:sp>
        <p:nvSpPr>
          <p:cNvPr id="3" name="Content Placeholder 2">
            <a:extLst>
              <a:ext uri="{FF2B5EF4-FFF2-40B4-BE49-F238E27FC236}">
                <a16:creationId xmlns:a16="http://schemas.microsoft.com/office/drawing/2014/main" id="{5F908FBF-70EE-80D1-78B1-AB5E09C02A2D}"/>
              </a:ext>
            </a:extLst>
          </p:cNvPr>
          <p:cNvSpPr>
            <a:spLocks noGrp="1"/>
          </p:cNvSpPr>
          <p:nvPr>
            <p:ph idx="1"/>
          </p:nvPr>
        </p:nvSpPr>
        <p:spPr>
          <a:xfrm>
            <a:off x="1815101" y="1673207"/>
            <a:ext cx="8636589" cy="4865245"/>
          </a:xfrm>
        </p:spPr>
        <p:txBody>
          <a:bodyPr/>
          <a:lstStyle/>
          <a:p>
            <a:pPr marL="0" indent="0">
              <a:buNone/>
            </a:pPr>
            <a:endParaRPr lang="en-IN" dirty="0"/>
          </a:p>
        </p:txBody>
      </p:sp>
      <p:pic>
        <p:nvPicPr>
          <p:cNvPr id="1026" name="Picture 2" descr="Example of GAN Architecture | Download Scientific Diagram">
            <a:extLst>
              <a:ext uri="{FF2B5EF4-FFF2-40B4-BE49-F238E27FC236}">
                <a16:creationId xmlns:a16="http://schemas.microsoft.com/office/drawing/2014/main" id="{30218A6C-B9D0-43E3-8F12-8DD144656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5101" y="1673207"/>
            <a:ext cx="8076071" cy="4172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337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1707A-13B3-AC01-17A5-7DC7FD7F9BCD}"/>
              </a:ext>
            </a:extLst>
          </p:cNvPr>
          <p:cNvSpPr>
            <a:spLocks noGrp="1"/>
          </p:cNvSpPr>
          <p:nvPr>
            <p:ph type="title"/>
          </p:nvPr>
        </p:nvSpPr>
        <p:spPr/>
        <p:txBody>
          <a:bodyPr/>
          <a:lstStyle/>
          <a:p>
            <a:r>
              <a:rPr lang="en-US" dirty="0"/>
              <a:t>GRU ARCHITECTURE</a:t>
            </a:r>
          </a:p>
        </p:txBody>
      </p:sp>
      <p:sp>
        <p:nvSpPr>
          <p:cNvPr id="3" name="Content Placeholder 2">
            <a:extLst>
              <a:ext uri="{FF2B5EF4-FFF2-40B4-BE49-F238E27FC236}">
                <a16:creationId xmlns:a16="http://schemas.microsoft.com/office/drawing/2014/main" id="{6006E419-F86F-C88D-E054-86BA76687139}"/>
              </a:ext>
            </a:extLst>
          </p:cNvPr>
          <p:cNvSpPr>
            <a:spLocks noGrp="1"/>
          </p:cNvSpPr>
          <p:nvPr>
            <p:ph idx="1"/>
          </p:nvPr>
        </p:nvSpPr>
        <p:spPr>
          <a:xfrm>
            <a:off x="1371600" y="1484671"/>
            <a:ext cx="9601200" cy="4857135"/>
          </a:xfrm>
        </p:spPr>
        <p:txBody>
          <a:bodyPr/>
          <a:lstStyle/>
          <a:p>
            <a:pPr marL="0" indent="0">
              <a:buNone/>
            </a:pPr>
            <a:endParaRPr lang="en-IN" dirty="0"/>
          </a:p>
        </p:txBody>
      </p:sp>
      <p:pic>
        <p:nvPicPr>
          <p:cNvPr id="2050" name="Picture 2" descr="The Architecture of the gated recurrent unit (GRU) cell | Download  Scientific Diagram">
            <a:extLst>
              <a:ext uri="{FF2B5EF4-FFF2-40B4-BE49-F238E27FC236}">
                <a16:creationId xmlns:a16="http://schemas.microsoft.com/office/drawing/2014/main" id="{784662B0-2037-CA53-F693-F4D84BFDB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628" y="1555146"/>
            <a:ext cx="7586318" cy="4507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1546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11076-DD88-83B9-B685-73B2FC7FE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F1197-43E9-4B90-8887-C517F199AEA6}"/>
              </a:ext>
            </a:extLst>
          </p:cNvPr>
          <p:cNvSpPr>
            <a:spLocks noGrp="1"/>
          </p:cNvSpPr>
          <p:nvPr>
            <p:ph type="title"/>
          </p:nvPr>
        </p:nvSpPr>
        <p:spPr/>
        <p:txBody>
          <a:bodyPr/>
          <a:lstStyle/>
          <a:p>
            <a:r>
              <a:rPr lang="en-US" dirty="0"/>
              <a:t>VAE ARCHITECTURE</a:t>
            </a:r>
          </a:p>
        </p:txBody>
      </p:sp>
      <p:sp>
        <p:nvSpPr>
          <p:cNvPr id="3" name="Content Placeholder 2">
            <a:extLst>
              <a:ext uri="{FF2B5EF4-FFF2-40B4-BE49-F238E27FC236}">
                <a16:creationId xmlns:a16="http://schemas.microsoft.com/office/drawing/2014/main" id="{BC8B53F1-F880-271B-B67E-679F4B9EE624}"/>
              </a:ext>
            </a:extLst>
          </p:cNvPr>
          <p:cNvSpPr>
            <a:spLocks noGrp="1"/>
          </p:cNvSpPr>
          <p:nvPr>
            <p:ph idx="1"/>
          </p:nvPr>
        </p:nvSpPr>
        <p:spPr/>
        <p:txBody>
          <a:bodyPr/>
          <a:lstStyle/>
          <a:p>
            <a:pPr marL="0" indent="0">
              <a:buNone/>
            </a:pPr>
            <a:endParaRPr lang="en-IN" dirty="0"/>
          </a:p>
        </p:txBody>
      </p:sp>
      <p:pic>
        <p:nvPicPr>
          <p:cNvPr id="3074" name="Picture 2" descr="The basic architecture of variational autoencoder (VAE) | Download  Scientific Diagram">
            <a:extLst>
              <a:ext uri="{FF2B5EF4-FFF2-40B4-BE49-F238E27FC236}">
                <a16:creationId xmlns:a16="http://schemas.microsoft.com/office/drawing/2014/main" id="{71D1B86B-27C9-2039-9569-CBCCE9DBA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484671"/>
            <a:ext cx="8398516" cy="4286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399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13928-9DC9-FF36-BCA7-D1BEDC501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D1C0CF-31A5-31EA-B316-30CD7FD11EE9}"/>
              </a:ext>
            </a:extLst>
          </p:cNvPr>
          <p:cNvSpPr>
            <a:spLocks noGrp="1"/>
          </p:cNvSpPr>
          <p:nvPr>
            <p:ph type="title"/>
          </p:nvPr>
        </p:nvSpPr>
        <p:spPr/>
        <p:txBody>
          <a:bodyPr/>
          <a:lstStyle/>
          <a:p>
            <a:r>
              <a:rPr lang="en-US" dirty="0"/>
              <a:t>JUKEBOX ARCHITECTURE</a:t>
            </a:r>
          </a:p>
        </p:txBody>
      </p:sp>
      <p:sp>
        <p:nvSpPr>
          <p:cNvPr id="3" name="Content Placeholder 2">
            <a:extLst>
              <a:ext uri="{FF2B5EF4-FFF2-40B4-BE49-F238E27FC236}">
                <a16:creationId xmlns:a16="http://schemas.microsoft.com/office/drawing/2014/main" id="{AA0ED0AC-C871-2702-BAE2-75C490D39AA1}"/>
              </a:ext>
            </a:extLst>
          </p:cNvPr>
          <p:cNvSpPr>
            <a:spLocks noGrp="1"/>
          </p:cNvSpPr>
          <p:nvPr>
            <p:ph idx="1"/>
          </p:nvPr>
        </p:nvSpPr>
        <p:spPr>
          <a:xfrm>
            <a:off x="1371600" y="1484671"/>
            <a:ext cx="9906000" cy="4876800"/>
          </a:xfrm>
        </p:spPr>
        <p:txBody>
          <a:bodyPr/>
          <a:lstStyle/>
          <a:p>
            <a:pPr marL="0" indent="0">
              <a:buNone/>
            </a:pPr>
            <a:endParaRPr lang="en-IN" dirty="0"/>
          </a:p>
        </p:txBody>
      </p:sp>
      <p:pic>
        <p:nvPicPr>
          <p:cNvPr id="6" name="Picture 5">
            <a:extLst>
              <a:ext uri="{FF2B5EF4-FFF2-40B4-BE49-F238E27FC236}">
                <a16:creationId xmlns:a16="http://schemas.microsoft.com/office/drawing/2014/main" id="{E5FCE08A-D920-8DA1-51B9-B842DBA88B1C}"/>
              </a:ext>
            </a:extLst>
          </p:cNvPr>
          <p:cNvPicPr>
            <a:picLocks noChangeAspect="1"/>
          </p:cNvPicPr>
          <p:nvPr/>
        </p:nvPicPr>
        <p:blipFill>
          <a:blip r:embed="rId2"/>
          <a:stretch>
            <a:fillRect/>
          </a:stretch>
        </p:blipFill>
        <p:spPr>
          <a:xfrm>
            <a:off x="1371600" y="1551039"/>
            <a:ext cx="7320116" cy="4810432"/>
          </a:xfrm>
          <a:prstGeom prst="rect">
            <a:avLst/>
          </a:prstGeom>
        </p:spPr>
      </p:pic>
    </p:spTree>
    <p:extLst>
      <p:ext uri="{BB962C8B-B14F-4D97-AF65-F5344CB8AC3E}">
        <p14:creationId xmlns:p14="http://schemas.microsoft.com/office/powerpoint/2010/main" val="2929306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42E8C-9C95-0145-790F-AC156890A1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45E8E-A0E4-0D4A-0A6B-886030CCC8D8}"/>
              </a:ext>
            </a:extLst>
          </p:cNvPr>
          <p:cNvSpPr>
            <a:spLocks noGrp="1"/>
          </p:cNvSpPr>
          <p:nvPr>
            <p:ph type="title"/>
          </p:nvPr>
        </p:nvSpPr>
        <p:spPr/>
        <p:txBody>
          <a:bodyPr/>
          <a:lstStyle/>
          <a:p>
            <a:r>
              <a:rPr lang="en-US" dirty="0"/>
              <a:t>TRANSFORMERS ARCHITECTURE</a:t>
            </a:r>
          </a:p>
        </p:txBody>
      </p:sp>
      <p:sp>
        <p:nvSpPr>
          <p:cNvPr id="3" name="Content Placeholder 2">
            <a:extLst>
              <a:ext uri="{FF2B5EF4-FFF2-40B4-BE49-F238E27FC236}">
                <a16:creationId xmlns:a16="http://schemas.microsoft.com/office/drawing/2014/main" id="{A8F82586-342C-1655-627F-3F52CAA22D96}"/>
              </a:ext>
            </a:extLst>
          </p:cNvPr>
          <p:cNvSpPr>
            <a:spLocks noGrp="1"/>
          </p:cNvSpPr>
          <p:nvPr>
            <p:ph idx="1"/>
          </p:nvPr>
        </p:nvSpPr>
        <p:spPr>
          <a:xfrm>
            <a:off x="1371600" y="1484671"/>
            <a:ext cx="9906000" cy="4876800"/>
          </a:xfrm>
        </p:spPr>
        <p:txBody>
          <a:bodyPr/>
          <a:lstStyle/>
          <a:p>
            <a:endParaRPr lang="en-US" dirty="0"/>
          </a:p>
          <a:p>
            <a:pPr marL="0" indent="0">
              <a:buNone/>
            </a:pPr>
            <a:endParaRPr lang="en-IN" dirty="0"/>
          </a:p>
        </p:txBody>
      </p:sp>
      <p:pic>
        <p:nvPicPr>
          <p:cNvPr id="4" name="Picture 2" descr="AI Research Blog - The Transformer Blueprint: A Holistic Guide to the  Transformer Neural Network Architecture">
            <a:extLst>
              <a:ext uri="{FF2B5EF4-FFF2-40B4-BE49-F238E27FC236}">
                <a16:creationId xmlns:a16="http://schemas.microsoft.com/office/drawing/2014/main" id="{63829FA6-637B-4847-CD4E-5230CEB86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7534" y="1562783"/>
            <a:ext cx="8334221" cy="4720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604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10BDE-54ED-E9CE-B3E2-A4E35AFEE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A8E0E-CA3B-82DB-9BC1-C41F40A01836}"/>
              </a:ext>
            </a:extLst>
          </p:cNvPr>
          <p:cNvSpPr>
            <a:spLocks noGrp="1"/>
          </p:cNvSpPr>
          <p:nvPr>
            <p:ph type="title"/>
          </p:nvPr>
        </p:nvSpPr>
        <p:spPr/>
        <p:txBody>
          <a:bodyPr/>
          <a:lstStyle/>
          <a:p>
            <a:r>
              <a:rPr lang="en-US" dirty="0"/>
              <a:t>DIFFUSION MODEL ARCHITECTURE</a:t>
            </a:r>
          </a:p>
        </p:txBody>
      </p:sp>
      <p:sp>
        <p:nvSpPr>
          <p:cNvPr id="3" name="Content Placeholder 2">
            <a:extLst>
              <a:ext uri="{FF2B5EF4-FFF2-40B4-BE49-F238E27FC236}">
                <a16:creationId xmlns:a16="http://schemas.microsoft.com/office/drawing/2014/main" id="{29920283-3177-8E88-9422-4C96A2ED2245}"/>
              </a:ext>
            </a:extLst>
          </p:cNvPr>
          <p:cNvSpPr>
            <a:spLocks noGrp="1"/>
          </p:cNvSpPr>
          <p:nvPr>
            <p:ph idx="1"/>
          </p:nvPr>
        </p:nvSpPr>
        <p:spPr>
          <a:xfrm>
            <a:off x="1371600" y="1484671"/>
            <a:ext cx="9906000" cy="4876800"/>
          </a:xfrm>
        </p:spPr>
        <p:txBody>
          <a:bodyPr/>
          <a:lstStyle/>
          <a:p>
            <a:endParaRPr lang="en-US" dirty="0"/>
          </a:p>
          <a:p>
            <a:endParaRPr lang="en-US" dirty="0"/>
          </a:p>
          <a:p>
            <a:pPr marL="0" indent="0">
              <a:buNone/>
            </a:pPr>
            <a:endParaRPr lang="en-IN" dirty="0"/>
          </a:p>
        </p:txBody>
      </p:sp>
      <p:pic>
        <p:nvPicPr>
          <p:cNvPr id="6" name="Picture 5" descr="A diagram of a flowchart&#10;&#10;Description automatically generated">
            <a:extLst>
              <a:ext uri="{FF2B5EF4-FFF2-40B4-BE49-F238E27FC236}">
                <a16:creationId xmlns:a16="http://schemas.microsoft.com/office/drawing/2014/main" id="{01BA1BA9-C725-2848-2226-BF7DF38C0F74}"/>
              </a:ext>
            </a:extLst>
          </p:cNvPr>
          <p:cNvPicPr>
            <a:picLocks noChangeAspect="1"/>
          </p:cNvPicPr>
          <p:nvPr/>
        </p:nvPicPr>
        <p:blipFill>
          <a:blip r:embed="rId2"/>
          <a:stretch>
            <a:fillRect/>
          </a:stretch>
        </p:blipFill>
        <p:spPr>
          <a:xfrm>
            <a:off x="1574461" y="1688097"/>
            <a:ext cx="6202855" cy="4867603"/>
          </a:xfrm>
          <a:prstGeom prst="rect">
            <a:avLst/>
          </a:prstGeom>
        </p:spPr>
      </p:pic>
    </p:spTree>
    <p:extLst>
      <p:ext uri="{BB962C8B-B14F-4D97-AF65-F5344CB8AC3E}">
        <p14:creationId xmlns:p14="http://schemas.microsoft.com/office/powerpoint/2010/main" val="2288134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A4BC7-C37F-C1A4-36BC-731B8D646CED}"/>
              </a:ext>
            </a:extLst>
          </p:cNvPr>
          <p:cNvSpPr>
            <a:spLocks noGrp="1"/>
          </p:cNvSpPr>
          <p:nvPr>
            <p:ph type="title"/>
          </p:nvPr>
        </p:nvSpPr>
        <p:spPr>
          <a:xfrm>
            <a:off x="1295400" y="666947"/>
            <a:ext cx="9601200" cy="720213"/>
          </a:xfrm>
        </p:spPr>
        <p:txBody>
          <a:bodyPr/>
          <a:lstStyle/>
          <a:p>
            <a:r>
              <a:rPr lang="en-US" dirty="0"/>
              <a:t>PROPOSED SYSTEMS</a:t>
            </a:r>
            <a:br>
              <a:rPr lang="en-US" dirty="0"/>
            </a:br>
            <a:endParaRPr lang="en-IN" dirty="0"/>
          </a:p>
        </p:txBody>
      </p:sp>
      <p:sp>
        <p:nvSpPr>
          <p:cNvPr id="3" name="Content Placeholder 2">
            <a:extLst>
              <a:ext uri="{FF2B5EF4-FFF2-40B4-BE49-F238E27FC236}">
                <a16:creationId xmlns:a16="http://schemas.microsoft.com/office/drawing/2014/main" id="{E1768B95-C6F5-E6D5-0094-F4E213CB7F74}"/>
              </a:ext>
            </a:extLst>
          </p:cNvPr>
          <p:cNvSpPr>
            <a:spLocks noGrp="1"/>
          </p:cNvSpPr>
          <p:nvPr>
            <p:ph idx="1"/>
          </p:nvPr>
        </p:nvSpPr>
        <p:spPr>
          <a:xfrm>
            <a:off x="1295400" y="1516094"/>
            <a:ext cx="9601200" cy="5139230"/>
          </a:xfrm>
        </p:spPr>
        <p:txBody>
          <a:bodyPr/>
          <a:lstStyle/>
          <a:p>
            <a:r>
              <a:rPr lang="en-US" sz="2000" b="1" u="sng" dirty="0"/>
              <a:t>LIST OF MODULES</a:t>
            </a:r>
          </a:p>
          <a:p>
            <a:pPr marL="0" indent="0">
              <a:buNone/>
            </a:pPr>
            <a:r>
              <a:rPr lang="en-US" sz="2000" b="1" dirty="0"/>
              <a:t> </a:t>
            </a:r>
            <a:r>
              <a:rPr lang="en-US" sz="1400" b="1" dirty="0"/>
              <a:t>1. Data Handling and Preprocessing</a:t>
            </a:r>
          </a:p>
          <a:p>
            <a:pPr>
              <a:buFont typeface="Arial" panose="020B0604020202020204" pitchFamily="34" charset="0"/>
              <a:buChar char="•"/>
            </a:pPr>
            <a:r>
              <a:rPr lang="en-US" sz="1400" b="1" dirty="0"/>
              <a:t>NumPy</a:t>
            </a:r>
          </a:p>
          <a:p>
            <a:pPr>
              <a:buFont typeface="Arial" panose="020B0604020202020204" pitchFamily="34" charset="0"/>
              <a:buChar char="•"/>
            </a:pPr>
            <a:r>
              <a:rPr lang="en-US" sz="1400" b="1" dirty="0"/>
              <a:t>Pandas</a:t>
            </a:r>
          </a:p>
          <a:p>
            <a:pPr>
              <a:buFont typeface="Arial" panose="020B0604020202020204" pitchFamily="34" charset="0"/>
              <a:buChar char="•"/>
            </a:pPr>
            <a:r>
              <a:rPr lang="en-US" sz="1400" b="1" dirty="0"/>
              <a:t>SciPy</a:t>
            </a:r>
          </a:p>
          <a:p>
            <a:pPr marL="0" indent="0">
              <a:buNone/>
            </a:pPr>
            <a:r>
              <a:rPr lang="en-IN" sz="1400" b="1" dirty="0"/>
              <a:t>2. Music Processing</a:t>
            </a:r>
            <a:endParaRPr lang="en-US" sz="1400" b="1" dirty="0"/>
          </a:p>
          <a:p>
            <a:r>
              <a:rPr lang="en-US" sz="1400" b="1" dirty="0" err="1"/>
              <a:t>Mido</a:t>
            </a:r>
            <a:endParaRPr lang="en-US" sz="1400" b="1" dirty="0"/>
          </a:p>
          <a:p>
            <a:pPr marL="0" indent="0">
              <a:buNone/>
            </a:pPr>
            <a:r>
              <a:rPr lang="en-US" sz="1400" b="1" dirty="0"/>
              <a:t>3. Machine Learning and Deep Learning</a:t>
            </a:r>
          </a:p>
          <a:p>
            <a:r>
              <a:rPr lang="en-US" sz="1400" b="1" dirty="0"/>
              <a:t>TensorFlow</a:t>
            </a:r>
          </a:p>
          <a:p>
            <a:r>
              <a:rPr lang="en-US" sz="1400" b="1" dirty="0" err="1"/>
              <a:t>PyTorch</a:t>
            </a:r>
            <a:endParaRPr lang="en-US" sz="1400" b="1" dirty="0"/>
          </a:p>
          <a:p>
            <a:pPr marL="0" indent="0">
              <a:buNone/>
            </a:pPr>
            <a:r>
              <a:rPr lang="en-IN" sz="1400" b="1" dirty="0"/>
              <a:t>4. Visualization</a:t>
            </a:r>
          </a:p>
          <a:p>
            <a:pPr>
              <a:buFont typeface="Arial" panose="020B0604020202020204" pitchFamily="34" charset="0"/>
              <a:buChar char="•"/>
            </a:pPr>
            <a:r>
              <a:rPr lang="en-IN" sz="1400" b="1" dirty="0"/>
              <a:t>Matplotlib</a:t>
            </a:r>
          </a:p>
          <a:p>
            <a:pPr>
              <a:buFont typeface="Arial" panose="020B0604020202020204" pitchFamily="34" charset="0"/>
              <a:buChar char="•"/>
            </a:pPr>
            <a:r>
              <a:rPr lang="en-IN" sz="1400" b="1" dirty="0"/>
              <a:t>Seaborn</a:t>
            </a:r>
          </a:p>
          <a:p>
            <a:pPr marL="0" indent="0">
              <a:buNone/>
            </a:pPr>
            <a:r>
              <a:rPr lang="en-IN" sz="1400" b="1" dirty="0"/>
              <a:t>5. Evaluation and Metrics</a:t>
            </a:r>
          </a:p>
          <a:p>
            <a:pPr>
              <a:buFont typeface="Arial" panose="020B0604020202020204" pitchFamily="34" charset="0"/>
              <a:buChar char="•"/>
            </a:pPr>
            <a:r>
              <a:rPr lang="en-IN" sz="1400" b="1" dirty="0"/>
              <a:t>Scikit-learn</a:t>
            </a:r>
            <a:endParaRPr lang="en-IN" sz="1200" dirty="0"/>
          </a:p>
        </p:txBody>
      </p:sp>
    </p:spTree>
    <p:extLst>
      <p:ext uri="{BB962C8B-B14F-4D97-AF65-F5344CB8AC3E}">
        <p14:creationId xmlns:p14="http://schemas.microsoft.com/office/powerpoint/2010/main" val="2768920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DA98D-CD7B-8FD7-2421-FFC736352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B8F3D-7460-F904-588B-4CFA1F07D517}"/>
              </a:ext>
            </a:extLst>
          </p:cNvPr>
          <p:cNvSpPr>
            <a:spLocks noGrp="1"/>
          </p:cNvSpPr>
          <p:nvPr>
            <p:ph type="title"/>
          </p:nvPr>
        </p:nvSpPr>
        <p:spPr>
          <a:xfrm>
            <a:off x="1295400" y="666947"/>
            <a:ext cx="9601200" cy="720213"/>
          </a:xfrm>
        </p:spPr>
        <p:txBody>
          <a:bodyPr/>
          <a:lstStyle/>
          <a:p>
            <a:r>
              <a:rPr lang="en-US" dirty="0"/>
              <a:t>PROPOSED SYSTEMS</a:t>
            </a:r>
            <a:br>
              <a:rPr lang="en-US" dirty="0"/>
            </a:br>
            <a:endParaRPr lang="en-IN" dirty="0"/>
          </a:p>
        </p:txBody>
      </p:sp>
      <p:sp>
        <p:nvSpPr>
          <p:cNvPr id="3" name="Content Placeholder 2">
            <a:extLst>
              <a:ext uri="{FF2B5EF4-FFF2-40B4-BE49-F238E27FC236}">
                <a16:creationId xmlns:a16="http://schemas.microsoft.com/office/drawing/2014/main" id="{0E2E64A6-E10A-F55D-ED19-0F60374A4DAC}"/>
              </a:ext>
            </a:extLst>
          </p:cNvPr>
          <p:cNvSpPr>
            <a:spLocks noGrp="1"/>
          </p:cNvSpPr>
          <p:nvPr>
            <p:ph idx="1"/>
          </p:nvPr>
        </p:nvSpPr>
        <p:spPr>
          <a:xfrm>
            <a:off x="1295400" y="1457101"/>
            <a:ext cx="9601200" cy="5139230"/>
          </a:xfrm>
        </p:spPr>
        <p:txBody>
          <a:bodyPr/>
          <a:lstStyle/>
          <a:p>
            <a:pPr marL="0" indent="0">
              <a:buNone/>
            </a:pPr>
            <a:r>
              <a:rPr lang="en-US" sz="1400" b="1" dirty="0"/>
              <a:t>1. Data Handling and Preprocessing</a:t>
            </a:r>
          </a:p>
          <a:p>
            <a:pPr>
              <a:buFont typeface="Arial" panose="020B0604020202020204" pitchFamily="34" charset="0"/>
              <a:buChar char="•"/>
            </a:pPr>
            <a:r>
              <a:rPr lang="en-US" sz="1400" b="1" dirty="0"/>
              <a:t>NumPy: </a:t>
            </a:r>
          </a:p>
          <a:p>
            <a:pPr marL="0" indent="0">
              <a:buNone/>
            </a:pPr>
            <a:r>
              <a:rPr lang="en-US" altLang="en-US" sz="1400" b="1" dirty="0">
                <a:solidFill>
                  <a:schemeClr val="tx1"/>
                </a:solidFill>
                <a:latin typeface="Arial" panose="020B0604020202020204" pitchFamily="34" charset="0"/>
              </a:rPr>
              <a:t>	</a:t>
            </a:r>
            <a:r>
              <a:rPr lang="en-US" altLang="en-US" sz="1400" dirty="0"/>
              <a:t>NumPy is a fundamental package for numerical computing in Python. It provides support for arrays, 	matrices, and a variety of mathematical functions</a:t>
            </a:r>
          </a:p>
          <a:p>
            <a:pPr marL="987552" lvl="2" indent="0" eaLnBrk="0" fontAlgn="base" hangingPunct="0">
              <a:lnSpc>
                <a:spcPct val="100000"/>
              </a:lnSpc>
              <a:spcBef>
                <a:spcPct val="0"/>
              </a:spcBef>
              <a:spcAft>
                <a:spcPct val="0"/>
              </a:spcAft>
              <a:buFontTx/>
              <a:buChar char="•"/>
            </a:pPr>
            <a:r>
              <a:rPr lang="en-US" altLang="en-US" sz="1400" dirty="0"/>
              <a:t>Key Features:</a:t>
            </a:r>
          </a:p>
          <a:p>
            <a:pPr marL="987552" lvl="2" indent="0" eaLnBrk="0" fontAlgn="base" hangingPunct="0">
              <a:lnSpc>
                <a:spcPct val="100000"/>
              </a:lnSpc>
              <a:spcBef>
                <a:spcPct val="0"/>
              </a:spcBef>
              <a:spcAft>
                <a:spcPct val="0"/>
              </a:spcAft>
              <a:buFontTx/>
              <a:buChar char="•"/>
            </a:pPr>
            <a:r>
              <a:rPr lang="en-US" altLang="en-US" sz="1400" dirty="0"/>
              <a:t>Multi-dimensional arrays: Efficiently store and manipulate large datasets.</a:t>
            </a:r>
          </a:p>
          <a:p>
            <a:pPr marL="987552" lvl="2" indent="0" eaLnBrk="0" fontAlgn="base" hangingPunct="0">
              <a:lnSpc>
                <a:spcPct val="100000"/>
              </a:lnSpc>
              <a:spcBef>
                <a:spcPct val="0"/>
              </a:spcBef>
              <a:spcAft>
                <a:spcPct val="0"/>
              </a:spcAft>
              <a:buFontTx/>
              <a:buChar char="•"/>
            </a:pPr>
            <a:r>
              <a:rPr lang="en-US" altLang="en-US" sz="1400" dirty="0"/>
              <a:t>Mathematical functions: Perform element-wise operations, linear algebra, and statistical operations.</a:t>
            </a:r>
          </a:p>
          <a:p>
            <a:pPr>
              <a:buFont typeface="Arial" panose="020B0604020202020204" pitchFamily="34" charset="0"/>
              <a:buChar char="•"/>
            </a:pPr>
            <a:r>
              <a:rPr lang="en-US" sz="1400" b="1" dirty="0"/>
              <a:t>Pandas:</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dirty="0"/>
              <a:t>	Pandas is a powerful data manipulation and analysis library that provides data structures like </a:t>
            </a:r>
            <a:r>
              <a:rPr lang="en-US" altLang="en-US" sz="1400" dirty="0" err="1"/>
              <a:t>DataFrames</a:t>
            </a:r>
            <a:r>
              <a:rPr lang="en-US" altLang="en-US" sz="1400" dirty="0"/>
              <a:t> 	for handling structured data.</a:t>
            </a:r>
          </a:p>
          <a:p>
            <a:pPr marL="987552" lvl="2" indent="0" eaLnBrk="0" fontAlgn="base" hangingPunct="0">
              <a:lnSpc>
                <a:spcPct val="100000"/>
              </a:lnSpc>
              <a:spcBef>
                <a:spcPct val="0"/>
              </a:spcBef>
              <a:spcAft>
                <a:spcPct val="0"/>
              </a:spcAft>
              <a:buFontTx/>
              <a:buChar char="•"/>
            </a:pPr>
            <a:r>
              <a:rPr lang="en-US" altLang="en-US" sz="1400" dirty="0"/>
              <a:t>Key Features:</a:t>
            </a:r>
          </a:p>
          <a:p>
            <a:pPr marL="987552" lvl="2" indent="0" eaLnBrk="0" fontAlgn="base" hangingPunct="0">
              <a:lnSpc>
                <a:spcPct val="100000"/>
              </a:lnSpc>
              <a:spcBef>
                <a:spcPct val="0"/>
              </a:spcBef>
              <a:spcAft>
                <a:spcPct val="0"/>
              </a:spcAft>
              <a:buFontTx/>
              <a:buChar char="•"/>
            </a:pPr>
            <a:r>
              <a:rPr lang="en-US" altLang="en-US" sz="1400" dirty="0" err="1"/>
              <a:t>DataFrame</a:t>
            </a:r>
            <a:r>
              <a:rPr lang="en-US" altLang="en-US" sz="1400" dirty="0"/>
              <a:t> and Series: Easy-to-use data structures for handling tabular data.</a:t>
            </a:r>
          </a:p>
          <a:p>
            <a:pPr marL="987552" lvl="2" indent="0" eaLnBrk="0" fontAlgn="base" hangingPunct="0">
              <a:lnSpc>
                <a:spcPct val="100000"/>
              </a:lnSpc>
              <a:spcBef>
                <a:spcPct val="0"/>
              </a:spcBef>
              <a:spcAft>
                <a:spcPct val="0"/>
              </a:spcAft>
              <a:buFontTx/>
              <a:buChar char="•"/>
            </a:pPr>
            <a:r>
              <a:rPr lang="en-US" altLang="en-US" sz="1400" dirty="0"/>
              <a:t>Aggregation and grouping: Perform operations like grouping data and applying statistical functions.</a:t>
            </a:r>
            <a:endParaRPr lang="en-US" sz="1400" dirty="0"/>
          </a:p>
          <a:p>
            <a:pPr>
              <a:buFont typeface="Arial" panose="020B0604020202020204" pitchFamily="34" charset="0"/>
              <a:buChar char="•"/>
            </a:pPr>
            <a:r>
              <a:rPr lang="en-US" sz="1400" b="1" dirty="0"/>
              <a:t>SciPy:</a:t>
            </a:r>
          </a:p>
          <a:p>
            <a:pPr lvl="1"/>
            <a:r>
              <a:rPr lang="en-US" sz="1400" i="0" dirty="0"/>
              <a:t>	Key Features:</a:t>
            </a:r>
          </a:p>
          <a:p>
            <a:pPr lvl="1">
              <a:lnSpc>
                <a:spcPct val="100000"/>
              </a:lnSpc>
            </a:pPr>
            <a:r>
              <a:rPr lang="en-US" sz="1400" i="0" dirty="0"/>
              <a:t>	Signal Processing: Functions for filtering, Fourier transforms, and other signal processing tasks that can be 	useful for audio data manipulation.</a:t>
            </a:r>
          </a:p>
          <a:p>
            <a:pPr lvl="1">
              <a:lnSpc>
                <a:spcPct val="100000"/>
              </a:lnSpc>
            </a:pPr>
            <a:r>
              <a:rPr lang="en-US" sz="1400" i="0" dirty="0"/>
              <a:t>	Statistical Functions: Provides statistical functions for data analysis, which can be useful for analyzing 	generated music characteristics.</a:t>
            </a:r>
          </a:p>
          <a:p>
            <a:pPr marL="0" indent="0">
              <a:buNone/>
            </a:pPr>
            <a:endParaRPr lang="en-US" sz="1400" dirty="0"/>
          </a:p>
          <a:p>
            <a:pPr marL="0" indent="0">
              <a:buNone/>
            </a:pPr>
            <a:endParaRPr lang="en-IN" sz="1200" dirty="0"/>
          </a:p>
        </p:txBody>
      </p:sp>
    </p:spTree>
    <p:extLst>
      <p:ext uri="{BB962C8B-B14F-4D97-AF65-F5344CB8AC3E}">
        <p14:creationId xmlns:p14="http://schemas.microsoft.com/office/powerpoint/2010/main" val="4056175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C61A0-9E29-1782-2230-D0F6BD04D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6F5CA-7CE1-8ADC-7E6A-4BD06CDC6890}"/>
              </a:ext>
            </a:extLst>
          </p:cNvPr>
          <p:cNvSpPr>
            <a:spLocks noGrp="1"/>
          </p:cNvSpPr>
          <p:nvPr>
            <p:ph type="title"/>
          </p:nvPr>
        </p:nvSpPr>
        <p:spPr>
          <a:xfrm>
            <a:off x="1295400" y="666947"/>
            <a:ext cx="9601200" cy="720213"/>
          </a:xfrm>
        </p:spPr>
        <p:txBody>
          <a:bodyPr/>
          <a:lstStyle/>
          <a:p>
            <a:r>
              <a:rPr lang="en-US" dirty="0"/>
              <a:t>PROPOSED SYSTEMS</a:t>
            </a:r>
            <a:br>
              <a:rPr lang="en-US" dirty="0"/>
            </a:br>
            <a:endParaRPr lang="en-IN" dirty="0"/>
          </a:p>
        </p:txBody>
      </p:sp>
      <p:sp>
        <p:nvSpPr>
          <p:cNvPr id="3" name="Content Placeholder 2">
            <a:extLst>
              <a:ext uri="{FF2B5EF4-FFF2-40B4-BE49-F238E27FC236}">
                <a16:creationId xmlns:a16="http://schemas.microsoft.com/office/drawing/2014/main" id="{9DBFC90A-96B8-42A4-EFB4-691E3227973A}"/>
              </a:ext>
            </a:extLst>
          </p:cNvPr>
          <p:cNvSpPr>
            <a:spLocks noGrp="1"/>
          </p:cNvSpPr>
          <p:nvPr>
            <p:ph idx="1"/>
          </p:nvPr>
        </p:nvSpPr>
        <p:spPr>
          <a:xfrm>
            <a:off x="1163425" y="1466528"/>
            <a:ext cx="10761482" cy="5139230"/>
          </a:xfrm>
        </p:spPr>
        <p:txBody>
          <a:bodyPr/>
          <a:lstStyle/>
          <a:p>
            <a:pPr marL="0" indent="0">
              <a:buNone/>
            </a:pPr>
            <a:r>
              <a:rPr lang="en-IN" sz="1400" b="1" dirty="0"/>
              <a:t>2. Music Processing</a:t>
            </a:r>
            <a:endParaRPr lang="en-US" sz="1400" b="1" dirty="0"/>
          </a:p>
          <a:p>
            <a:r>
              <a:rPr lang="en-US" sz="1400" b="1" dirty="0" err="1"/>
              <a:t>Mido</a:t>
            </a:r>
            <a:r>
              <a:rPr lang="en-US" sz="1400" b="1" dirty="0"/>
              <a:t>:</a:t>
            </a:r>
          </a:p>
          <a:p>
            <a:pPr marL="0" indent="0">
              <a:buNone/>
            </a:pPr>
            <a:r>
              <a:rPr lang="en-US" altLang="en-US" sz="1400" b="1" dirty="0"/>
              <a:t>	</a:t>
            </a:r>
            <a:r>
              <a:rPr lang="en-US" altLang="en-US" sz="1400" dirty="0" err="1"/>
              <a:t>Mido</a:t>
            </a:r>
            <a:r>
              <a:rPr lang="en-US" altLang="en-US" sz="1400" dirty="0"/>
              <a:t> is a library for working with MIDI files in Python, useful for handling musical data represented in the 	MIDI format.</a:t>
            </a:r>
          </a:p>
          <a:p>
            <a:pPr marL="987552" marR="0" lvl="2" indent="0" eaLnBrk="0" fontAlgn="base" hangingPunct="0">
              <a:lnSpc>
                <a:spcPct val="100000"/>
              </a:lnSpc>
              <a:spcBef>
                <a:spcPct val="0"/>
              </a:spcBef>
              <a:spcAft>
                <a:spcPct val="0"/>
              </a:spcAft>
              <a:buClrTx/>
              <a:buSzTx/>
              <a:buFontTx/>
              <a:buChar char="•"/>
              <a:tabLst/>
            </a:pPr>
            <a:r>
              <a:rPr lang="en-US" altLang="en-US" sz="1400" dirty="0"/>
              <a:t>Key Features:</a:t>
            </a:r>
          </a:p>
          <a:p>
            <a:pPr marL="987552" marR="0" lvl="2" indent="0" eaLnBrk="0" fontAlgn="base" hangingPunct="0">
              <a:lnSpc>
                <a:spcPct val="100000"/>
              </a:lnSpc>
              <a:spcBef>
                <a:spcPct val="0"/>
              </a:spcBef>
              <a:spcAft>
                <a:spcPct val="0"/>
              </a:spcAft>
              <a:buClrTx/>
              <a:buSzTx/>
              <a:buFontTx/>
              <a:buChar char="•"/>
              <a:tabLst/>
            </a:pPr>
            <a:r>
              <a:rPr lang="en-US" altLang="en-US" sz="1400" dirty="0"/>
              <a:t>MIDI file reading/writing: Read and write MIDI files with ease.</a:t>
            </a:r>
          </a:p>
          <a:p>
            <a:pPr marL="987552" marR="0" lvl="2" indent="0" eaLnBrk="0" fontAlgn="base" hangingPunct="0">
              <a:lnSpc>
                <a:spcPct val="100000"/>
              </a:lnSpc>
              <a:spcBef>
                <a:spcPct val="0"/>
              </a:spcBef>
              <a:spcAft>
                <a:spcPct val="0"/>
              </a:spcAft>
              <a:buClrTx/>
              <a:buSzTx/>
              <a:buFontTx/>
              <a:buChar char="•"/>
              <a:tabLst/>
            </a:pPr>
            <a:r>
              <a:rPr lang="en-US" altLang="en-US" sz="1400" dirty="0"/>
              <a:t>Message handling: Create, modify, and send MIDI messages.</a:t>
            </a:r>
          </a:p>
          <a:p>
            <a:pPr marL="987552" marR="0" lvl="2" indent="0" eaLnBrk="0" fontAlgn="base" hangingPunct="0">
              <a:lnSpc>
                <a:spcPct val="100000"/>
              </a:lnSpc>
              <a:spcBef>
                <a:spcPct val="0"/>
              </a:spcBef>
              <a:spcAft>
                <a:spcPct val="0"/>
              </a:spcAft>
              <a:buClrTx/>
              <a:buSzTx/>
              <a:buFontTx/>
              <a:buChar char="•"/>
              <a:tabLst/>
            </a:pPr>
            <a:r>
              <a:rPr lang="en-US" altLang="en-US" sz="1400" dirty="0"/>
              <a:t>MIDI file parsing: Parse MIDI files to extract note sequences and other relevant information for music generation.</a:t>
            </a:r>
            <a:endParaRPr lang="en-US" sz="1400" b="1" dirty="0"/>
          </a:p>
          <a:p>
            <a:pPr marL="0" indent="0">
              <a:buNone/>
            </a:pPr>
            <a:r>
              <a:rPr lang="en-US" sz="1400" b="1" dirty="0"/>
              <a:t>3. Machine Learning and Deep Learning</a:t>
            </a:r>
          </a:p>
          <a:p>
            <a:pPr marL="0" marR="0" lvl="0" indent="0" algn="l" defTabSz="914400" rtl="0" eaLnBrk="0" fontAlgn="base" latinLnBrk="0" hangingPunct="0">
              <a:lnSpc>
                <a:spcPct val="100000"/>
              </a:lnSpc>
              <a:spcBef>
                <a:spcPct val="0"/>
              </a:spcBef>
              <a:spcAft>
                <a:spcPct val="0"/>
              </a:spcAft>
              <a:buClrTx/>
              <a:buSzTx/>
              <a:buFontTx/>
              <a:buNone/>
              <a:tabLst/>
            </a:pPr>
            <a:r>
              <a:rPr lang="en-US" sz="1400" b="1" dirty="0"/>
              <a:t>TensorFlow:</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987552" lvl="2" indent="0" eaLnBrk="0" fontAlgn="base" hangingPunct="0">
              <a:lnSpc>
                <a:spcPct val="100000"/>
              </a:lnSpc>
              <a:spcBef>
                <a:spcPct val="0"/>
              </a:spcBef>
              <a:spcAft>
                <a:spcPct val="0"/>
              </a:spcAft>
              <a:buNone/>
            </a:pPr>
            <a:r>
              <a:rPr lang="en-US" altLang="en-US" sz="1400" dirty="0"/>
              <a:t>Developed by Google Brain, TensorFlow is an open-source library for numerical computation and machine learning. It provides a flexible ecosystem of tools and libraries for building and deploying machine learning models.</a:t>
            </a:r>
          </a:p>
          <a:p>
            <a:pPr marL="987552" lvl="2" indent="0" eaLnBrk="0" fontAlgn="base" hangingPunct="0">
              <a:lnSpc>
                <a:spcPct val="100000"/>
              </a:lnSpc>
              <a:spcBef>
                <a:spcPct val="0"/>
              </a:spcBef>
              <a:spcAft>
                <a:spcPct val="0"/>
              </a:spcAft>
              <a:buFontTx/>
              <a:buChar char="•"/>
            </a:pPr>
            <a:r>
              <a:rPr lang="en-US" altLang="en-US" sz="1400" dirty="0"/>
              <a:t>Key Features:</a:t>
            </a:r>
          </a:p>
          <a:p>
            <a:pPr marL="987552" lvl="2" indent="0" eaLnBrk="0" fontAlgn="base" hangingPunct="0">
              <a:lnSpc>
                <a:spcPct val="100000"/>
              </a:lnSpc>
              <a:spcBef>
                <a:spcPct val="0"/>
              </a:spcBef>
              <a:spcAft>
                <a:spcPct val="0"/>
              </a:spcAft>
              <a:buFontTx/>
              <a:buChar char="•"/>
            </a:pPr>
            <a:r>
              <a:rPr lang="en-US" altLang="en-US" sz="1400" dirty="0"/>
              <a:t>Static Computation Graphs: TensorFlow allows you to define and optimize computation graphs before running them, which can lead to performance improvements.</a:t>
            </a:r>
          </a:p>
          <a:p>
            <a:pPr marL="987552" lvl="2" indent="0" eaLnBrk="0" fontAlgn="base" hangingPunct="0">
              <a:lnSpc>
                <a:spcPct val="100000"/>
              </a:lnSpc>
              <a:spcBef>
                <a:spcPct val="0"/>
              </a:spcBef>
              <a:spcAft>
                <a:spcPct val="0"/>
              </a:spcAft>
              <a:buFontTx/>
              <a:buChar char="•"/>
            </a:pPr>
            <a:r>
              <a:rPr lang="en-US" altLang="en-US" sz="1400" dirty="0"/>
              <a:t>TensorFlow </a:t>
            </a:r>
            <a:r>
              <a:rPr lang="en-US" altLang="en-US" sz="1400" dirty="0" err="1"/>
              <a:t>Keras</a:t>
            </a:r>
            <a:r>
              <a:rPr lang="en-US" altLang="en-US" sz="1400" dirty="0"/>
              <a:t>: An integrated high-level API for building and training models, making it user-friendly for beginners and experts alike.</a:t>
            </a:r>
            <a:endParaRPr lang="en-US" sz="1400" b="1" dirty="0"/>
          </a:p>
          <a:p>
            <a:r>
              <a:rPr lang="en-US" sz="1400" b="1" dirty="0" err="1"/>
              <a:t>PyTorch</a:t>
            </a:r>
            <a:r>
              <a:rPr lang="en-US" sz="1400" b="1" dirty="0"/>
              <a:t>:</a:t>
            </a:r>
          </a:p>
          <a:p>
            <a:pPr marL="0" indent="0">
              <a:buNone/>
            </a:pPr>
            <a:r>
              <a:rPr lang="en-US" sz="1400" dirty="0"/>
              <a:t>	Developed by Facebook's AI Research lab, </a:t>
            </a:r>
            <a:r>
              <a:rPr lang="en-US" sz="1400" dirty="0" err="1"/>
              <a:t>PyTorch</a:t>
            </a:r>
            <a:r>
              <a:rPr lang="en-US" sz="1400" dirty="0"/>
              <a:t> is an open-source deep learning framework known for its dynamic 	computation graph and intuitive interface. Support for libraries like </a:t>
            </a:r>
            <a:r>
              <a:rPr lang="en-US" sz="1400" dirty="0" err="1"/>
              <a:t>torchvision</a:t>
            </a:r>
            <a:r>
              <a:rPr lang="en-US" sz="1400" dirty="0"/>
              <a:t> for computer vision tasks, </a:t>
            </a:r>
            <a:r>
              <a:rPr lang="en-US" sz="1400" dirty="0" err="1"/>
              <a:t>torchtext</a:t>
            </a:r>
            <a:r>
              <a:rPr lang="en-US" sz="1400" dirty="0"/>
              <a:t> for 	natural language processing, and </a:t>
            </a:r>
            <a:r>
              <a:rPr lang="en-US" sz="1400" dirty="0" err="1"/>
              <a:t>torchaudio</a:t>
            </a:r>
            <a:r>
              <a:rPr lang="en-US" sz="1400" dirty="0"/>
              <a:t> for audio processing</a:t>
            </a:r>
            <a:r>
              <a:rPr lang="en-US" sz="1100" dirty="0"/>
              <a:t>.</a:t>
            </a:r>
            <a:endParaRPr lang="en-US" sz="1400" b="1" dirty="0"/>
          </a:p>
          <a:p>
            <a:pPr marL="0" indent="0">
              <a:buNone/>
            </a:pPr>
            <a:endParaRPr lang="en-US" sz="1400" dirty="0"/>
          </a:p>
          <a:p>
            <a:pPr marL="0" indent="0">
              <a:buNone/>
            </a:pPr>
            <a:endParaRPr lang="en-IN" sz="1200" dirty="0"/>
          </a:p>
        </p:txBody>
      </p:sp>
    </p:spTree>
    <p:extLst>
      <p:ext uri="{BB962C8B-B14F-4D97-AF65-F5344CB8AC3E}">
        <p14:creationId xmlns:p14="http://schemas.microsoft.com/office/powerpoint/2010/main" val="1180205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742D4-BD67-C62D-DF79-434A24136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466D4-BD14-91FC-E51F-B4DC6F13E622}"/>
              </a:ext>
            </a:extLst>
          </p:cNvPr>
          <p:cNvSpPr>
            <a:spLocks noGrp="1"/>
          </p:cNvSpPr>
          <p:nvPr>
            <p:ph type="title"/>
          </p:nvPr>
        </p:nvSpPr>
        <p:spPr>
          <a:xfrm>
            <a:off x="1295400" y="666947"/>
            <a:ext cx="9601200" cy="720213"/>
          </a:xfrm>
        </p:spPr>
        <p:txBody>
          <a:bodyPr/>
          <a:lstStyle/>
          <a:p>
            <a:r>
              <a:rPr lang="en-US" dirty="0"/>
              <a:t>PROPOSED SYSTEMS</a:t>
            </a:r>
            <a:br>
              <a:rPr lang="en-US" dirty="0"/>
            </a:br>
            <a:endParaRPr lang="en-IN" dirty="0"/>
          </a:p>
        </p:txBody>
      </p:sp>
      <p:sp>
        <p:nvSpPr>
          <p:cNvPr id="3" name="Content Placeholder 2">
            <a:extLst>
              <a:ext uri="{FF2B5EF4-FFF2-40B4-BE49-F238E27FC236}">
                <a16:creationId xmlns:a16="http://schemas.microsoft.com/office/drawing/2014/main" id="{EA57249D-F6CE-A18F-F0C4-71BB67279CA0}"/>
              </a:ext>
            </a:extLst>
          </p:cNvPr>
          <p:cNvSpPr>
            <a:spLocks noGrp="1"/>
          </p:cNvSpPr>
          <p:nvPr>
            <p:ph idx="1"/>
          </p:nvPr>
        </p:nvSpPr>
        <p:spPr>
          <a:xfrm>
            <a:off x="1163425" y="1466528"/>
            <a:ext cx="10761482" cy="5139230"/>
          </a:xfrm>
        </p:spPr>
        <p:txBody>
          <a:bodyPr/>
          <a:lstStyle/>
          <a:p>
            <a:pPr marL="0" indent="0">
              <a:buNone/>
            </a:pPr>
            <a:r>
              <a:rPr lang="en-IN" sz="1400" b="1" dirty="0"/>
              <a:t>4. Visualization</a:t>
            </a:r>
          </a:p>
          <a:p>
            <a:pPr>
              <a:buFont typeface="Arial" panose="020B0604020202020204" pitchFamily="34" charset="0"/>
              <a:buChar char="•"/>
            </a:pPr>
            <a:r>
              <a:rPr lang="en-IN" sz="1400" b="1" dirty="0"/>
              <a:t>Matplotlib:</a:t>
            </a:r>
          </a:p>
          <a:p>
            <a:pPr marL="0" indent="0">
              <a:buNone/>
            </a:pPr>
            <a:r>
              <a:rPr lang="en-US" sz="1400" dirty="0"/>
              <a:t>	Matplotlib is a comprehensive library for creating static, animated, and interactive visualizations in Python. It is widely used 	for its flexibility and control over plot aesthetics.</a:t>
            </a:r>
          </a:p>
          <a:p>
            <a:pPr marL="0" indent="0">
              <a:buNone/>
            </a:pPr>
            <a:r>
              <a:rPr lang="en-US" sz="1400" dirty="0"/>
              <a:t>	Key Features:</a:t>
            </a:r>
          </a:p>
          <a:p>
            <a:pPr lvl="2"/>
            <a:r>
              <a:rPr lang="en-US" sz="1400" dirty="0"/>
              <a:t>Wide Range of Plots: Supports various types of plots, including line plots, scatter plots, bar charts, histograms, pie charts, and more.</a:t>
            </a:r>
          </a:p>
          <a:p>
            <a:pPr lvl="2"/>
            <a:r>
              <a:rPr lang="en-US" sz="1400" dirty="0"/>
              <a:t>Customizable: Provides extensive options to customize every aspect of a plot, including colors, labels, titles, and axes.</a:t>
            </a:r>
          </a:p>
          <a:p>
            <a:pPr marL="0" indent="0">
              <a:buNone/>
            </a:pPr>
            <a:endParaRPr lang="en-IN" sz="1400" dirty="0"/>
          </a:p>
          <a:p>
            <a:pPr>
              <a:buFont typeface="Arial" panose="020B0604020202020204" pitchFamily="34" charset="0"/>
              <a:buChar char="•"/>
            </a:pPr>
            <a:r>
              <a:rPr lang="en-IN" sz="1400" b="1" dirty="0"/>
              <a:t>Seaborn:</a:t>
            </a:r>
          </a:p>
          <a:p>
            <a:pPr marL="0" indent="0">
              <a:buNone/>
            </a:pPr>
            <a:r>
              <a:rPr lang="en-US" sz="1400" dirty="0"/>
              <a:t>	Seaborn is a statistical data visualization library based on Matplotlib that provides a high-level interface for drawing 	attractive and informative statistical graphics.</a:t>
            </a:r>
          </a:p>
          <a:p>
            <a:pPr marL="0" indent="0">
              <a:buNone/>
            </a:pPr>
            <a:r>
              <a:rPr lang="en-US" sz="1400" dirty="0"/>
              <a:t>	Key Features:</a:t>
            </a:r>
          </a:p>
          <a:p>
            <a:pPr lvl="2"/>
            <a:r>
              <a:rPr lang="en-US" sz="1400" dirty="0"/>
              <a:t>Simplified Syntax: Offers simpler functions for complex visualizations, making it easier to create aesthetically pleasing plots with less code.</a:t>
            </a:r>
          </a:p>
          <a:p>
            <a:pPr lvl="2"/>
            <a:r>
              <a:rPr lang="en-US" sz="1400" dirty="0"/>
              <a:t>Statistical Functions: Includes functions to visualize distributions, relationships, and categorical data with a focus on statistical insight.</a:t>
            </a:r>
          </a:p>
          <a:p>
            <a:pPr>
              <a:buFont typeface="Arial" panose="020B0604020202020204" pitchFamily="34" charset="0"/>
              <a:buChar char="•"/>
            </a:pPr>
            <a:endParaRPr lang="en-IN" sz="1400" dirty="0"/>
          </a:p>
          <a:p>
            <a:pPr marL="0" indent="0">
              <a:buNone/>
            </a:pPr>
            <a:endParaRPr lang="en-US" sz="1400" dirty="0"/>
          </a:p>
          <a:p>
            <a:pPr marL="0" indent="0">
              <a:buNone/>
            </a:pPr>
            <a:endParaRPr lang="en-IN" sz="1200" dirty="0"/>
          </a:p>
        </p:txBody>
      </p:sp>
    </p:spTree>
    <p:extLst>
      <p:ext uri="{BB962C8B-B14F-4D97-AF65-F5344CB8AC3E}">
        <p14:creationId xmlns:p14="http://schemas.microsoft.com/office/powerpoint/2010/main" val="1104504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C73E9-89EC-D667-A512-0FD711981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FBCE2-7680-F56E-56ED-423B579B7527}"/>
              </a:ext>
            </a:extLst>
          </p:cNvPr>
          <p:cNvSpPr>
            <a:spLocks noGrp="1"/>
          </p:cNvSpPr>
          <p:nvPr>
            <p:ph type="title"/>
          </p:nvPr>
        </p:nvSpPr>
        <p:spPr>
          <a:xfrm>
            <a:off x="1295400" y="666947"/>
            <a:ext cx="9601200" cy="720213"/>
          </a:xfrm>
        </p:spPr>
        <p:txBody>
          <a:bodyPr/>
          <a:lstStyle/>
          <a:p>
            <a:r>
              <a:rPr lang="en-US" dirty="0"/>
              <a:t>PROPOSED SYSTEMS</a:t>
            </a:r>
            <a:br>
              <a:rPr lang="en-US" dirty="0"/>
            </a:br>
            <a:endParaRPr lang="en-IN" dirty="0"/>
          </a:p>
        </p:txBody>
      </p:sp>
      <p:sp>
        <p:nvSpPr>
          <p:cNvPr id="3" name="Content Placeholder 2">
            <a:extLst>
              <a:ext uri="{FF2B5EF4-FFF2-40B4-BE49-F238E27FC236}">
                <a16:creationId xmlns:a16="http://schemas.microsoft.com/office/drawing/2014/main" id="{55F8705D-469E-6B5D-CA09-5DCD9B49AD09}"/>
              </a:ext>
            </a:extLst>
          </p:cNvPr>
          <p:cNvSpPr>
            <a:spLocks noGrp="1"/>
          </p:cNvSpPr>
          <p:nvPr>
            <p:ph idx="1"/>
          </p:nvPr>
        </p:nvSpPr>
        <p:spPr>
          <a:xfrm>
            <a:off x="1163425" y="1466528"/>
            <a:ext cx="10761482" cy="5139230"/>
          </a:xfrm>
        </p:spPr>
        <p:txBody>
          <a:bodyPr/>
          <a:lstStyle/>
          <a:p>
            <a:pPr marL="0" indent="0">
              <a:buNone/>
            </a:pPr>
            <a:r>
              <a:rPr lang="en-IN" sz="1400" b="1" dirty="0"/>
              <a:t>4. Evaluation and Metrics</a:t>
            </a:r>
          </a:p>
          <a:p>
            <a:pPr>
              <a:buFont typeface="Arial" panose="020B0604020202020204" pitchFamily="34" charset="0"/>
              <a:buChar char="•"/>
            </a:pPr>
            <a:r>
              <a:rPr lang="en-IN" sz="1400" b="1" dirty="0"/>
              <a:t>Scikit-learn</a:t>
            </a:r>
            <a:endParaRPr lang="en-IN" sz="1200" dirty="0"/>
          </a:p>
          <a:p>
            <a:pPr marL="0" indent="0">
              <a:buNone/>
            </a:pPr>
            <a:r>
              <a:rPr lang="en-US" sz="1400" dirty="0"/>
              <a:t>	Scikit-learn is a powerful and widely used library for machine learning in Python. It provides simple and efficient tools for 	data mining and data analysis, built on NumPy, SciPy, and Matplotlib.</a:t>
            </a:r>
          </a:p>
          <a:p>
            <a:pPr marL="0" indent="0">
              <a:buNone/>
            </a:pPr>
            <a:r>
              <a:rPr lang="en-US" sz="1400" dirty="0"/>
              <a:t>	Key Features:</a:t>
            </a:r>
          </a:p>
          <a:p>
            <a:pPr lvl="2"/>
            <a:r>
              <a:rPr lang="en-US" sz="1400" dirty="0"/>
              <a:t>Model Evaluation Metrics: Scikit-learn includes a variety of metrics for evaluating model performance, including classification , regression and clustering metrics</a:t>
            </a:r>
          </a:p>
          <a:p>
            <a:r>
              <a:rPr lang="en-IN" sz="1400" b="1" dirty="0" err="1"/>
              <a:t>Soundfile</a:t>
            </a:r>
            <a:endParaRPr lang="en-IN" sz="1400" b="1" dirty="0"/>
          </a:p>
          <a:p>
            <a:pPr marL="530352" lvl="1" indent="0">
              <a:buNone/>
            </a:pPr>
            <a:r>
              <a:rPr lang="en-US" sz="1400" dirty="0" err="1"/>
              <a:t>Soundfile</a:t>
            </a:r>
            <a:r>
              <a:rPr lang="en-US" sz="1400" dirty="0"/>
              <a:t> is a Python library designed for reading and writing sound files, providing a simple interface to handle various audio formats. It is particularly useful for audio processing tasks, especially when working with generated music or sound samples.</a:t>
            </a:r>
          </a:p>
          <a:p>
            <a:pPr lvl="1"/>
            <a:r>
              <a:rPr lang="en-US" sz="1400" dirty="0"/>
              <a:t>Key Features:</a:t>
            </a:r>
          </a:p>
          <a:p>
            <a:pPr lvl="2"/>
            <a:r>
              <a:rPr lang="en-US" sz="1400" dirty="0"/>
              <a:t>File Format Support: </a:t>
            </a:r>
            <a:r>
              <a:rPr lang="en-US" sz="1400" dirty="0" err="1"/>
              <a:t>Soundfile</a:t>
            </a:r>
            <a:r>
              <a:rPr lang="en-US" sz="1400" dirty="0"/>
              <a:t> supports a variety of audio file formats, including WAV, FLAC, and OGG, allowing you to read and write audio files in these formats easily.</a:t>
            </a:r>
          </a:p>
          <a:p>
            <a:pPr lvl="2"/>
            <a:r>
              <a:rPr lang="en-US" sz="1400" dirty="0"/>
              <a:t>Read/Write Operations: Provides straightforward methods to load audio data into NumPy arrays and save audio data back to files.</a:t>
            </a:r>
          </a:p>
          <a:p>
            <a:pPr marL="0" indent="0">
              <a:buNone/>
            </a:pPr>
            <a:endParaRPr lang="en-US" sz="1400" dirty="0"/>
          </a:p>
          <a:p>
            <a:pPr marL="0" indent="0">
              <a:buNone/>
            </a:pPr>
            <a:endParaRPr lang="en-IN" sz="1200" dirty="0"/>
          </a:p>
        </p:txBody>
      </p:sp>
    </p:spTree>
    <p:extLst>
      <p:ext uri="{BB962C8B-B14F-4D97-AF65-F5344CB8AC3E}">
        <p14:creationId xmlns:p14="http://schemas.microsoft.com/office/powerpoint/2010/main" val="3154959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83466-170A-BA36-A861-1D1E30B2A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F24DD-D060-8F80-1FD6-67C1FE3CF66A}"/>
              </a:ext>
            </a:extLst>
          </p:cNvPr>
          <p:cNvSpPr>
            <a:spLocks noGrp="1"/>
          </p:cNvSpPr>
          <p:nvPr>
            <p:ph type="title"/>
          </p:nvPr>
        </p:nvSpPr>
        <p:spPr>
          <a:xfrm>
            <a:off x="1295400" y="666947"/>
            <a:ext cx="9601200" cy="720213"/>
          </a:xfrm>
        </p:spPr>
        <p:txBody>
          <a:bodyPr/>
          <a:lstStyle/>
          <a:p>
            <a:r>
              <a:rPr lang="en-US" dirty="0"/>
              <a:t>PROPOSED MODELS</a:t>
            </a:r>
            <a:br>
              <a:rPr lang="en-US" dirty="0"/>
            </a:br>
            <a:endParaRPr lang="en-IN" dirty="0"/>
          </a:p>
        </p:txBody>
      </p:sp>
      <p:sp>
        <p:nvSpPr>
          <p:cNvPr id="3" name="Content Placeholder 2">
            <a:extLst>
              <a:ext uri="{FF2B5EF4-FFF2-40B4-BE49-F238E27FC236}">
                <a16:creationId xmlns:a16="http://schemas.microsoft.com/office/drawing/2014/main" id="{D12C1EBD-3409-CC7D-EBBC-F82C6DFB4F19}"/>
              </a:ext>
            </a:extLst>
          </p:cNvPr>
          <p:cNvSpPr>
            <a:spLocks noGrp="1"/>
          </p:cNvSpPr>
          <p:nvPr>
            <p:ph idx="1"/>
          </p:nvPr>
        </p:nvSpPr>
        <p:spPr>
          <a:xfrm>
            <a:off x="1163425" y="1466527"/>
            <a:ext cx="10124007" cy="5288233"/>
          </a:xfrm>
        </p:spPr>
        <p:txBody>
          <a:bodyPr/>
          <a:lstStyle/>
          <a:p>
            <a:pPr marL="0" indent="0">
              <a:buNone/>
            </a:pPr>
            <a:r>
              <a:rPr lang="en-US" sz="1800" b="1" dirty="0"/>
              <a:t>GRU</a:t>
            </a:r>
          </a:p>
          <a:p>
            <a:pPr marL="0" lvl="0" indent="0" eaLnBrk="0" fontAlgn="base" hangingPunct="0">
              <a:lnSpc>
                <a:spcPct val="100000"/>
              </a:lnSpc>
              <a:spcBef>
                <a:spcPct val="0"/>
              </a:spcBef>
              <a:spcAft>
                <a:spcPct val="0"/>
              </a:spcAft>
              <a:buFontTx/>
              <a:buChar char="•"/>
            </a:pPr>
            <a:r>
              <a:rPr lang="en-US" altLang="en-US" sz="1400" dirty="0"/>
              <a:t> GRU is a type of recurrent neural network (RNN) specialized for sequential data.</a:t>
            </a:r>
          </a:p>
          <a:p>
            <a:pPr marL="0" lvl="0" indent="0" eaLnBrk="0" fontAlgn="base" hangingPunct="0">
              <a:lnSpc>
                <a:spcPct val="100000"/>
              </a:lnSpc>
              <a:spcBef>
                <a:spcPct val="0"/>
              </a:spcBef>
              <a:spcAft>
                <a:spcPct val="0"/>
              </a:spcAft>
              <a:buFontTx/>
              <a:buChar char="•"/>
            </a:pPr>
            <a:r>
              <a:rPr lang="en-US" altLang="en-US" sz="1400" dirty="0"/>
              <a:t> It addresses vanishing gradient problems in traditional RNNs using update and reset gates.</a:t>
            </a:r>
          </a:p>
          <a:p>
            <a:pPr marL="0" lvl="0" indent="0" eaLnBrk="0" fontAlgn="base" hangingPunct="0">
              <a:lnSpc>
                <a:spcPct val="100000"/>
              </a:lnSpc>
              <a:spcBef>
                <a:spcPct val="0"/>
              </a:spcBef>
              <a:spcAft>
                <a:spcPct val="0"/>
              </a:spcAft>
              <a:buFontTx/>
              <a:buChar char="•"/>
            </a:pPr>
            <a:r>
              <a:rPr lang="en-US" altLang="en-US" sz="1400" dirty="0"/>
              <a:t> Efficient for learning long-term dependencies in music sequences. </a:t>
            </a:r>
          </a:p>
          <a:p>
            <a:pPr marL="0" lvl="0" indent="0" eaLnBrk="0" fontAlgn="base" hangingPunct="0">
              <a:lnSpc>
                <a:spcPct val="100000"/>
              </a:lnSpc>
              <a:spcBef>
                <a:spcPct val="0"/>
              </a:spcBef>
              <a:spcAft>
                <a:spcPct val="0"/>
              </a:spcAft>
              <a:buFontTx/>
              <a:buChar char="•"/>
            </a:pPr>
            <a:endParaRPr lang="en-US" altLang="en-US" sz="1400" dirty="0"/>
          </a:p>
          <a:p>
            <a:pPr marL="0" lvl="0" indent="0" eaLnBrk="0" fontAlgn="base" hangingPunct="0">
              <a:lnSpc>
                <a:spcPct val="100000"/>
              </a:lnSpc>
              <a:spcBef>
                <a:spcPct val="0"/>
              </a:spcBef>
              <a:spcAft>
                <a:spcPct val="0"/>
              </a:spcAft>
              <a:buNone/>
            </a:pPr>
            <a:r>
              <a:rPr lang="en-US" altLang="en-US" sz="1400" b="1" dirty="0"/>
              <a:t>Layers:</a:t>
            </a:r>
            <a:endParaRPr lang="en-US" altLang="en-US" sz="1400" dirty="0"/>
          </a:p>
          <a:p>
            <a:pPr marL="0" lvl="0" indent="0" eaLnBrk="0" fontAlgn="base" hangingPunct="0">
              <a:lnSpc>
                <a:spcPct val="100000"/>
              </a:lnSpc>
              <a:spcBef>
                <a:spcPct val="0"/>
              </a:spcBef>
              <a:spcAft>
                <a:spcPct val="0"/>
              </a:spcAft>
              <a:buFontTx/>
              <a:buChar char="•"/>
            </a:pPr>
            <a:r>
              <a:rPr lang="en-US" altLang="en-US" sz="1400" dirty="0"/>
              <a:t> </a:t>
            </a:r>
            <a:r>
              <a:rPr lang="en-US" altLang="en-US" sz="1400" b="1" dirty="0"/>
              <a:t>Embedding Layer</a:t>
            </a:r>
            <a:r>
              <a:rPr lang="en-US" altLang="en-US" sz="1400" dirty="0"/>
              <a:t>: Converts notes to dense vectors.</a:t>
            </a:r>
          </a:p>
          <a:p>
            <a:pPr marL="0" lvl="0" indent="0" eaLnBrk="0" fontAlgn="base" hangingPunct="0">
              <a:lnSpc>
                <a:spcPct val="100000"/>
              </a:lnSpc>
              <a:spcBef>
                <a:spcPct val="0"/>
              </a:spcBef>
              <a:spcAft>
                <a:spcPct val="0"/>
              </a:spcAft>
              <a:buFontTx/>
              <a:buChar char="•"/>
            </a:pPr>
            <a:r>
              <a:rPr lang="en-US" altLang="en-US" sz="1400" dirty="0"/>
              <a:t> </a:t>
            </a:r>
            <a:r>
              <a:rPr lang="en-US" altLang="en-US" sz="1400" b="1" dirty="0"/>
              <a:t>GRU Layers: </a:t>
            </a:r>
            <a:r>
              <a:rPr lang="en-US" altLang="en-US" sz="1400" dirty="0"/>
              <a:t>Processes sequential data and learns temporal patterns.</a:t>
            </a:r>
          </a:p>
          <a:p>
            <a:pPr marL="0" lvl="0" indent="0" eaLnBrk="0" fontAlgn="base" hangingPunct="0">
              <a:lnSpc>
                <a:spcPct val="100000"/>
              </a:lnSpc>
              <a:spcBef>
                <a:spcPct val="0"/>
              </a:spcBef>
              <a:spcAft>
                <a:spcPct val="0"/>
              </a:spcAft>
              <a:buFontTx/>
              <a:buChar char="•"/>
            </a:pPr>
            <a:r>
              <a:rPr lang="en-US" altLang="en-US" sz="1400" dirty="0"/>
              <a:t> </a:t>
            </a:r>
            <a:r>
              <a:rPr lang="en-US" altLang="en-US" sz="1400" b="1" dirty="0"/>
              <a:t>Fully Connected Layer: </a:t>
            </a:r>
            <a:r>
              <a:rPr lang="en-US" altLang="en-US" sz="1400" dirty="0"/>
              <a:t>Maps GRU output to the note space.</a:t>
            </a:r>
          </a:p>
          <a:p>
            <a:pPr marL="0" lvl="0" indent="0" eaLnBrk="0" fontAlgn="base" hangingPunct="0">
              <a:lnSpc>
                <a:spcPct val="100000"/>
              </a:lnSpc>
              <a:spcBef>
                <a:spcPct val="0"/>
              </a:spcBef>
              <a:spcAft>
                <a:spcPct val="0"/>
              </a:spcAft>
              <a:buFontTx/>
              <a:buChar char="•"/>
            </a:pPr>
            <a:r>
              <a:rPr lang="en-US" altLang="en-US" sz="1400" dirty="0"/>
              <a:t> </a:t>
            </a:r>
            <a:r>
              <a:rPr lang="en-US" altLang="en-US" sz="1400" b="1" dirty="0" err="1"/>
              <a:t>Softmax</a:t>
            </a:r>
            <a:r>
              <a:rPr lang="en-US" altLang="en-US" sz="1400" b="1" dirty="0"/>
              <a:t> Activation: </a:t>
            </a:r>
            <a:r>
              <a:rPr lang="en-US" altLang="en-US" sz="1400" dirty="0"/>
              <a:t>Converts predictions into probabilities</a:t>
            </a:r>
          </a:p>
          <a:p>
            <a:pPr marL="0" lvl="0" indent="0" eaLnBrk="0" fontAlgn="base" hangingPunct="0">
              <a:lnSpc>
                <a:spcPct val="100000"/>
              </a:lnSpc>
              <a:spcBef>
                <a:spcPct val="0"/>
              </a:spcBef>
              <a:spcAft>
                <a:spcPct val="0"/>
              </a:spcAft>
              <a:buFontTx/>
              <a:buChar char="•"/>
            </a:pPr>
            <a:endParaRPr lang="en-US" sz="1400" dirty="0"/>
          </a:p>
          <a:p>
            <a:pPr marL="0" indent="0">
              <a:buNone/>
            </a:pPr>
            <a:r>
              <a:rPr lang="en-US" sz="1400" b="1" dirty="0"/>
              <a:t>Key Features of GRU in Music Generation</a:t>
            </a:r>
          </a:p>
          <a:p>
            <a:pPr marL="0" indent="0" eaLnBrk="0" fontAlgn="base" hangingPunct="0">
              <a:lnSpc>
                <a:spcPct val="100000"/>
              </a:lnSpc>
              <a:spcBef>
                <a:spcPct val="0"/>
              </a:spcBef>
              <a:spcAft>
                <a:spcPct val="0"/>
              </a:spcAft>
              <a:buFontTx/>
              <a:buChar char="•"/>
            </a:pPr>
            <a:r>
              <a:rPr lang="en-US" sz="1400" b="1" dirty="0"/>
              <a:t> Memory Efficiency: </a:t>
            </a:r>
            <a:r>
              <a:rPr lang="en-US" sz="1400" dirty="0"/>
              <a:t>Lightweight compared to LSTMs.</a:t>
            </a:r>
          </a:p>
          <a:p>
            <a:pPr marL="0" indent="0" eaLnBrk="0" fontAlgn="base" hangingPunct="0">
              <a:lnSpc>
                <a:spcPct val="100000"/>
              </a:lnSpc>
              <a:spcBef>
                <a:spcPct val="0"/>
              </a:spcBef>
              <a:spcAft>
                <a:spcPct val="0"/>
              </a:spcAft>
              <a:buFontTx/>
              <a:buChar char="•"/>
            </a:pPr>
            <a:r>
              <a:rPr lang="en-US" sz="1400" b="1" dirty="0"/>
              <a:t> Temporal Context: </a:t>
            </a:r>
            <a:r>
              <a:rPr lang="en-US" sz="1400" dirty="0"/>
              <a:t>Preserves long-term dependencies in music patterns.</a:t>
            </a:r>
          </a:p>
          <a:p>
            <a:pPr marL="0" indent="0" eaLnBrk="0" fontAlgn="base" hangingPunct="0">
              <a:lnSpc>
                <a:spcPct val="100000"/>
              </a:lnSpc>
              <a:spcBef>
                <a:spcPct val="0"/>
              </a:spcBef>
              <a:spcAft>
                <a:spcPct val="0"/>
              </a:spcAft>
              <a:buFontTx/>
              <a:buChar char="•"/>
            </a:pPr>
            <a:r>
              <a:rPr lang="en-US" sz="1400" b="1" dirty="0"/>
              <a:t> Generative Potential: </a:t>
            </a:r>
            <a:r>
              <a:rPr lang="en-US" sz="1400" dirty="0"/>
              <a:t>Produces coherent and diverse musical sequences.</a:t>
            </a:r>
          </a:p>
          <a:p>
            <a:pPr marL="0" lvl="0" indent="0" eaLnBrk="0" fontAlgn="base" hangingPunct="0">
              <a:lnSpc>
                <a:spcPct val="100000"/>
              </a:lnSpc>
              <a:spcBef>
                <a:spcPct val="0"/>
              </a:spcBef>
              <a:spcAft>
                <a:spcPct val="0"/>
              </a:spcAft>
              <a:buFontTx/>
              <a:buChar char="•"/>
            </a:pPr>
            <a:endParaRPr lang="en-IN" sz="1400" dirty="0"/>
          </a:p>
          <a:p>
            <a:pPr marL="0" indent="0">
              <a:buNone/>
            </a:pPr>
            <a:r>
              <a:rPr lang="en-US" sz="1400" dirty="0"/>
              <a:t>GRU-based models are a powerful and efficient choice for generating music sequences due to their ability to capture temporal dependencies in sequential data. By leveraging the update and reset gates, GRUs overcome the vanishing gradient problem of traditional RNNs, making them suitable for handling complex, long-term relationships in musical patterns. The combination of embedding layers, GRU units, and fully connected layers enables the generation of coherent and diverse musical compositions. These models can learn from existing music datasets and produce new, creative pieces that maintain harmony and structure. GRUs are lightweight and computationally efficient, making them accessible for a variety of applications, from automated composition to real-time interactive music tools. </a:t>
            </a:r>
            <a:endParaRPr lang="en-IN" sz="1400" dirty="0"/>
          </a:p>
        </p:txBody>
      </p:sp>
    </p:spTree>
    <p:extLst>
      <p:ext uri="{BB962C8B-B14F-4D97-AF65-F5344CB8AC3E}">
        <p14:creationId xmlns:p14="http://schemas.microsoft.com/office/powerpoint/2010/main" val="1806139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B84A1-40A5-BF47-7AE4-88B43110C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13212-C16E-68CD-52D7-728A7169E5A7}"/>
              </a:ext>
            </a:extLst>
          </p:cNvPr>
          <p:cNvSpPr>
            <a:spLocks noGrp="1"/>
          </p:cNvSpPr>
          <p:nvPr>
            <p:ph type="title"/>
          </p:nvPr>
        </p:nvSpPr>
        <p:spPr>
          <a:xfrm>
            <a:off x="1295400" y="666947"/>
            <a:ext cx="9601200" cy="720213"/>
          </a:xfrm>
        </p:spPr>
        <p:txBody>
          <a:bodyPr/>
          <a:lstStyle/>
          <a:p>
            <a:r>
              <a:rPr lang="en-US" dirty="0"/>
              <a:t>PROPOSED MODELS</a:t>
            </a:r>
            <a:br>
              <a:rPr lang="en-US" dirty="0"/>
            </a:br>
            <a:endParaRPr lang="en-IN" dirty="0"/>
          </a:p>
        </p:txBody>
      </p:sp>
      <p:sp>
        <p:nvSpPr>
          <p:cNvPr id="3" name="Content Placeholder 2">
            <a:extLst>
              <a:ext uri="{FF2B5EF4-FFF2-40B4-BE49-F238E27FC236}">
                <a16:creationId xmlns:a16="http://schemas.microsoft.com/office/drawing/2014/main" id="{15ECC6B4-8F04-5014-6CDC-1CEC0A5DA6B0}"/>
              </a:ext>
            </a:extLst>
          </p:cNvPr>
          <p:cNvSpPr>
            <a:spLocks noGrp="1"/>
          </p:cNvSpPr>
          <p:nvPr>
            <p:ph idx="1"/>
          </p:nvPr>
        </p:nvSpPr>
        <p:spPr>
          <a:xfrm>
            <a:off x="1163425" y="1466527"/>
            <a:ext cx="10124007" cy="5288233"/>
          </a:xfrm>
        </p:spPr>
        <p:txBody>
          <a:bodyPr/>
          <a:lstStyle/>
          <a:p>
            <a:pPr marL="0" indent="0">
              <a:buNone/>
            </a:pPr>
            <a:r>
              <a:rPr lang="en-US" sz="1800" b="1" dirty="0"/>
              <a:t>GAN</a:t>
            </a:r>
            <a:endParaRPr lang="en-US" altLang="en-US" sz="14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400" dirty="0"/>
              <a:t> GAN is a deep learning architecture with two networks: Generator and Discriminator.</a:t>
            </a:r>
          </a:p>
          <a:p>
            <a:pPr marL="0" lvl="0" indent="0" eaLnBrk="0" fontAlgn="base" hangingPunct="0">
              <a:lnSpc>
                <a:spcPct val="100000"/>
              </a:lnSpc>
              <a:spcBef>
                <a:spcPct val="0"/>
              </a:spcBef>
              <a:spcAft>
                <a:spcPct val="0"/>
              </a:spcAft>
              <a:buFontTx/>
              <a:buChar char="•"/>
            </a:pPr>
            <a:r>
              <a:rPr lang="en-US" altLang="en-US" sz="1400" dirty="0"/>
              <a:t> Generator: Creates new, synthetic data resembling the training data.</a:t>
            </a:r>
          </a:p>
          <a:p>
            <a:pPr marL="0" lvl="0" indent="0" eaLnBrk="0" fontAlgn="base" hangingPunct="0">
              <a:lnSpc>
                <a:spcPct val="100000"/>
              </a:lnSpc>
              <a:spcBef>
                <a:spcPct val="0"/>
              </a:spcBef>
              <a:spcAft>
                <a:spcPct val="0"/>
              </a:spcAft>
              <a:buFontTx/>
              <a:buChar char="•"/>
            </a:pPr>
            <a:r>
              <a:rPr lang="en-US" altLang="en-US" sz="1400" dirty="0"/>
              <a:t> Discriminator: Distinguishes between real and generated data.</a:t>
            </a:r>
          </a:p>
          <a:p>
            <a:pPr marL="0" lvl="0" indent="0" eaLnBrk="0" fontAlgn="base" hangingPunct="0">
              <a:lnSpc>
                <a:spcPct val="100000"/>
              </a:lnSpc>
              <a:spcBef>
                <a:spcPct val="0"/>
              </a:spcBef>
              <a:spcAft>
                <a:spcPct val="0"/>
              </a:spcAft>
              <a:buFontTx/>
              <a:buChar char="•"/>
            </a:pPr>
            <a:r>
              <a:rPr lang="en-US" altLang="en-US" sz="1400" dirty="0"/>
              <a:t> Both networks train simultaneously in a zero-sum game. </a:t>
            </a:r>
          </a:p>
          <a:p>
            <a:pPr marL="0" lvl="0" indent="0" eaLnBrk="0" fontAlgn="base" hangingPunct="0">
              <a:lnSpc>
                <a:spcPct val="100000"/>
              </a:lnSpc>
              <a:spcBef>
                <a:spcPct val="0"/>
              </a:spcBef>
              <a:spcAft>
                <a:spcPct val="0"/>
              </a:spcAft>
              <a:buNone/>
            </a:pPr>
            <a:endParaRPr lang="en-US" altLang="en-US" sz="1400" dirty="0"/>
          </a:p>
          <a:p>
            <a:pPr marL="0" indent="0">
              <a:buNone/>
            </a:pPr>
            <a:r>
              <a:rPr lang="en-US" sz="1400" b="1" dirty="0"/>
              <a:t>Layers</a:t>
            </a:r>
          </a:p>
          <a:p>
            <a:pPr marL="0" indent="0" eaLnBrk="0" fontAlgn="base" hangingPunct="0">
              <a:lnSpc>
                <a:spcPct val="100000"/>
              </a:lnSpc>
              <a:spcBef>
                <a:spcPct val="0"/>
              </a:spcBef>
              <a:spcAft>
                <a:spcPct val="0"/>
              </a:spcAft>
              <a:buNone/>
            </a:pPr>
            <a:r>
              <a:rPr lang="en-US" sz="1400" b="1" dirty="0"/>
              <a:t>1. Generator Layers:</a:t>
            </a:r>
          </a:p>
          <a:p>
            <a:pPr eaLnBrk="0" fontAlgn="base" hangingPunct="0">
              <a:lnSpc>
                <a:spcPct val="100000"/>
              </a:lnSpc>
              <a:spcBef>
                <a:spcPct val="0"/>
              </a:spcBef>
              <a:spcAft>
                <a:spcPct val="0"/>
              </a:spcAft>
            </a:pPr>
            <a:r>
              <a:rPr lang="en-US" sz="1400" dirty="0"/>
              <a:t>Dense/Linear Layers: Transform latent noise vectors (e.g., random input) into higher-dimensional representations.</a:t>
            </a:r>
          </a:p>
          <a:p>
            <a:pPr eaLnBrk="0" fontAlgn="base" hangingPunct="0">
              <a:lnSpc>
                <a:spcPct val="100000"/>
              </a:lnSpc>
              <a:spcBef>
                <a:spcPct val="0"/>
              </a:spcBef>
              <a:spcAft>
                <a:spcPct val="0"/>
              </a:spcAft>
            </a:pPr>
            <a:r>
              <a:rPr lang="en-US" sz="1400" dirty="0"/>
              <a:t>Transpose Convolution Layers: </a:t>
            </a:r>
            <a:r>
              <a:rPr lang="en-US" sz="1400" dirty="0" err="1"/>
              <a:t>Upsample</a:t>
            </a:r>
            <a:r>
              <a:rPr lang="en-US" sz="1400" dirty="0"/>
              <a:t> the data to create structured sequences like melodies.</a:t>
            </a:r>
          </a:p>
          <a:p>
            <a:pPr eaLnBrk="0" fontAlgn="base" hangingPunct="0">
              <a:lnSpc>
                <a:spcPct val="100000"/>
              </a:lnSpc>
              <a:spcBef>
                <a:spcPct val="0"/>
              </a:spcBef>
              <a:spcAft>
                <a:spcPct val="0"/>
              </a:spcAft>
            </a:pPr>
            <a:r>
              <a:rPr lang="en-US" sz="1400" dirty="0"/>
              <a:t>Activation Functions: </a:t>
            </a:r>
            <a:r>
              <a:rPr lang="en-US" sz="1400" dirty="0" err="1"/>
              <a:t>LeakyReLU</a:t>
            </a:r>
            <a:r>
              <a:rPr lang="en-US" sz="1400" dirty="0"/>
              <a:t> or </a:t>
            </a:r>
            <a:r>
              <a:rPr lang="en-US" sz="1400" dirty="0" err="1"/>
              <a:t>ReLU</a:t>
            </a:r>
            <a:r>
              <a:rPr lang="en-US" sz="1400" dirty="0"/>
              <a:t> for non-linearity.</a:t>
            </a:r>
          </a:p>
          <a:p>
            <a:pPr marL="0" indent="0" eaLnBrk="0" fontAlgn="base" hangingPunct="0">
              <a:lnSpc>
                <a:spcPct val="100000"/>
              </a:lnSpc>
              <a:spcBef>
                <a:spcPct val="0"/>
              </a:spcBef>
              <a:spcAft>
                <a:spcPct val="0"/>
              </a:spcAft>
              <a:buNone/>
            </a:pPr>
            <a:r>
              <a:rPr lang="en-US" sz="1400" b="1" dirty="0"/>
              <a:t>2. Discriminator Layers:</a:t>
            </a:r>
          </a:p>
          <a:p>
            <a:pPr eaLnBrk="0" fontAlgn="base" hangingPunct="0">
              <a:lnSpc>
                <a:spcPct val="100000"/>
              </a:lnSpc>
              <a:spcBef>
                <a:spcPct val="0"/>
              </a:spcBef>
              <a:spcAft>
                <a:spcPct val="0"/>
              </a:spcAft>
            </a:pPr>
            <a:r>
              <a:rPr lang="en-US" sz="1400" dirty="0"/>
              <a:t>Convolutional Layers: Capture temporal and pitch-based features of input sequences.</a:t>
            </a:r>
          </a:p>
          <a:p>
            <a:pPr eaLnBrk="0" fontAlgn="base" hangingPunct="0">
              <a:lnSpc>
                <a:spcPct val="100000"/>
              </a:lnSpc>
              <a:spcBef>
                <a:spcPct val="0"/>
              </a:spcBef>
              <a:spcAft>
                <a:spcPct val="0"/>
              </a:spcAft>
            </a:pPr>
            <a:r>
              <a:rPr lang="en-US" sz="1400" dirty="0"/>
              <a:t>Dense/Linear Layers: Flatten and classify inputs as real or fake.</a:t>
            </a:r>
          </a:p>
          <a:p>
            <a:pPr eaLnBrk="0" fontAlgn="base" hangingPunct="0">
              <a:lnSpc>
                <a:spcPct val="100000"/>
              </a:lnSpc>
              <a:spcBef>
                <a:spcPct val="0"/>
              </a:spcBef>
              <a:spcAft>
                <a:spcPct val="0"/>
              </a:spcAft>
            </a:pPr>
            <a:r>
              <a:rPr lang="en-US" sz="1400" dirty="0"/>
              <a:t>Activation Functions: Sigmoid for binary classification (real/fake output).</a:t>
            </a:r>
          </a:p>
          <a:p>
            <a:pPr marL="0" lvl="0" indent="0" eaLnBrk="0" fontAlgn="base" hangingPunct="0">
              <a:lnSpc>
                <a:spcPct val="100000"/>
              </a:lnSpc>
              <a:spcBef>
                <a:spcPct val="0"/>
              </a:spcBef>
              <a:spcAft>
                <a:spcPct val="0"/>
              </a:spcAft>
              <a:buNone/>
            </a:pPr>
            <a:endParaRPr lang="en-IN" sz="1400" dirty="0"/>
          </a:p>
          <a:p>
            <a:pPr marL="0" lvl="0" indent="0" eaLnBrk="0" fontAlgn="base" hangingPunct="0">
              <a:lnSpc>
                <a:spcPct val="100000"/>
              </a:lnSpc>
              <a:spcBef>
                <a:spcPct val="0"/>
              </a:spcBef>
              <a:spcAft>
                <a:spcPct val="0"/>
              </a:spcAft>
              <a:buNone/>
            </a:pPr>
            <a:r>
              <a:rPr lang="en-US" sz="1400" dirty="0"/>
              <a:t>GAN-based models offer a unique framework for music generation by creating an adversarial training loop that refines the generator and discriminator iteratively. This dynamic interplay produces highly realistic and creative music pieces. GANs excel at handling diverse musical styles and are particularly well-suited for tasks requiring innovation, such as composing novel melodies or remixing existing music patterns. With advancements in GAN architectures, music generation continues to reach new levels of quality and creativity.</a:t>
            </a:r>
            <a:endParaRPr lang="en-IN" sz="1400" dirty="0"/>
          </a:p>
        </p:txBody>
      </p:sp>
      <p:sp>
        <p:nvSpPr>
          <p:cNvPr id="5" name="Rectangle 2">
            <a:extLst>
              <a:ext uri="{FF2B5EF4-FFF2-40B4-BE49-F238E27FC236}">
                <a16:creationId xmlns:a16="http://schemas.microsoft.com/office/drawing/2014/main" id="{74EBCC30-97C7-6E3E-D769-1D659185B304}"/>
              </a:ext>
            </a:extLst>
          </p:cNvPr>
          <p:cNvSpPr>
            <a:spLocks noChangeArrowheads="1"/>
          </p:cNvSpPr>
          <p:nvPr/>
        </p:nvSpPr>
        <p:spPr bwMode="auto">
          <a:xfrm>
            <a:off x="0" y="-184666"/>
            <a:ext cx="3930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38286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C9AEA-562A-CCBE-BF91-2699DA1B3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89535-AC3A-D183-49F0-3EDEC6FE10A4}"/>
              </a:ext>
            </a:extLst>
          </p:cNvPr>
          <p:cNvSpPr>
            <a:spLocks noGrp="1"/>
          </p:cNvSpPr>
          <p:nvPr>
            <p:ph type="title"/>
          </p:nvPr>
        </p:nvSpPr>
        <p:spPr>
          <a:xfrm>
            <a:off x="1295400" y="666947"/>
            <a:ext cx="9601200" cy="720213"/>
          </a:xfrm>
        </p:spPr>
        <p:txBody>
          <a:bodyPr/>
          <a:lstStyle/>
          <a:p>
            <a:r>
              <a:rPr lang="en-US" dirty="0"/>
              <a:t>PROPOSED MODELS</a:t>
            </a:r>
            <a:br>
              <a:rPr lang="en-US" dirty="0"/>
            </a:br>
            <a:endParaRPr lang="en-IN" dirty="0"/>
          </a:p>
        </p:txBody>
      </p:sp>
      <p:sp>
        <p:nvSpPr>
          <p:cNvPr id="3" name="Content Placeholder 2">
            <a:extLst>
              <a:ext uri="{FF2B5EF4-FFF2-40B4-BE49-F238E27FC236}">
                <a16:creationId xmlns:a16="http://schemas.microsoft.com/office/drawing/2014/main" id="{1F837F69-71DF-0497-009A-1FC3EB04885A}"/>
              </a:ext>
            </a:extLst>
          </p:cNvPr>
          <p:cNvSpPr>
            <a:spLocks noGrp="1"/>
          </p:cNvSpPr>
          <p:nvPr>
            <p:ph idx="1"/>
          </p:nvPr>
        </p:nvSpPr>
        <p:spPr>
          <a:xfrm>
            <a:off x="1163425" y="1466527"/>
            <a:ext cx="10124007" cy="5288233"/>
          </a:xfrm>
        </p:spPr>
        <p:txBody>
          <a:bodyPr/>
          <a:lstStyle/>
          <a:p>
            <a:pPr marL="0" indent="0">
              <a:buNone/>
            </a:pPr>
            <a:r>
              <a:rPr lang="en-US" sz="1800" b="1" dirty="0"/>
              <a:t>VAE</a:t>
            </a:r>
            <a:endParaRPr lang="en-US" altLang="en-US" sz="1400"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sz="1400" dirty="0"/>
              <a:t> VAE is a generative model that learns to represent input data in a lower-dimensional latent space.</a:t>
            </a:r>
          </a:p>
          <a:p>
            <a:pPr marL="0" indent="0" eaLnBrk="0" fontAlgn="base" hangingPunct="0">
              <a:lnSpc>
                <a:spcPct val="100000"/>
              </a:lnSpc>
              <a:spcBef>
                <a:spcPct val="0"/>
              </a:spcBef>
              <a:spcAft>
                <a:spcPct val="0"/>
              </a:spcAft>
              <a:buFontTx/>
              <a:buChar char="•"/>
            </a:pPr>
            <a:r>
              <a:rPr lang="en-US" altLang="en-US" sz="1400" dirty="0"/>
              <a:t> Combines encoder and decoder networks for efficient representation and reconstruction.</a:t>
            </a:r>
          </a:p>
          <a:p>
            <a:pPr marL="0" indent="0" eaLnBrk="0" fontAlgn="base" hangingPunct="0">
              <a:lnSpc>
                <a:spcPct val="100000"/>
              </a:lnSpc>
              <a:spcBef>
                <a:spcPct val="0"/>
              </a:spcBef>
              <a:spcAft>
                <a:spcPct val="0"/>
              </a:spcAft>
              <a:buFontTx/>
              <a:buChar char="•"/>
            </a:pPr>
            <a:r>
              <a:rPr lang="en-US" altLang="en-US" sz="1400" dirty="0"/>
              <a:t> Introduces stochastic sampling for generating new, diverse music sequences. </a:t>
            </a:r>
          </a:p>
          <a:p>
            <a:pPr marL="0" indent="0" eaLnBrk="0" fontAlgn="base" hangingPunct="0">
              <a:lnSpc>
                <a:spcPct val="100000"/>
              </a:lnSpc>
              <a:spcBef>
                <a:spcPct val="0"/>
              </a:spcBef>
              <a:spcAft>
                <a:spcPct val="0"/>
              </a:spcAft>
              <a:buFontTx/>
              <a:buChar char="•"/>
            </a:pPr>
            <a:endParaRPr lang="en-US" altLang="en-US" sz="1400" dirty="0"/>
          </a:p>
          <a:p>
            <a:pPr marL="0" indent="0">
              <a:buFont typeface="Arial" panose="020B0604020202020204" pitchFamily="34" charset="0"/>
              <a:buNone/>
            </a:pPr>
            <a:r>
              <a:rPr lang="en-US" sz="1400" b="1" dirty="0"/>
              <a:t>Layers </a:t>
            </a:r>
          </a:p>
          <a:p>
            <a:pPr marL="0" indent="0" eaLnBrk="0" fontAlgn="base" hangingPunct="0">
              <a:lnSpc>
                <a:spcPct val="100000"/>
              </a:lnSpc>
              <a:spcBef>
                <a:spcPct val="0"/>
              </a:spcBef>
              <a:spcAft>
                <a:spcPct val="0"/>
              </a:spcAft>
              <a:buNone/>
            </a:pPr>
            <a:r>
              <a:rPr lang="en-US" sz="1400" b="1" dirty="0"/>
              <a:t>1. Encoder Layers</a:t>
            </a:r>
            <a:r>
              <a:rPr lang="en-US" sz="1400" dirty="0"/>
              <a:t>:</a:t>
            </a:r>
          </a:p>
          <a:p>
            <a:pPr marL="0" lvl="1" indent="0" eaLnBrk="0" fontAlgn="base" hangingPunct="0">
              <a:lnSpc>
                <a:spcPct val="100000"/>
              </a:lnSpc>
              <a:spcBef>
                <a:spcPct val="0"/>
              </a:spcBef>
              <a:spcAft>
                <a:spcPct val="0"/>
              </a:spcAft>
              <a:buFontTx/>
              <a:buChar char="•"/>
            </a:pPr>
            <a:r>
              <a:rPr lang="en-US" sz="1400" dirty="0"/>
              <a:t> </a:t>
            </a:r>
            <a:r>
              <a:rPr lang="en-US" sz="1400" i="0" dirty="0"/>
              <a:t>Convolutional/Dense Layers: Extract meaningful features from the input music sequence.</a:t>
            </a:r>
          </a:p>
          <a:p>
            <a:pPr marL="0" lvl="1" indent="0" eaLnBrk="0" fontAlgn="base" hangingPunct="0">
              <a:lnSpc>
                <a:spcPct val="100000"/>
              </a:lnSpc>
              <a:spcBef>
                <a:spcPct val="0"/>
              </a:spcBef>
              <a:spcAft>
                <a:spcPct val="0"/>
              </a:spcAft>
              <a:buFontTx/>
              <a:buChar char="•"/>
            </a:pPr>
            <a:r>
              <a:rPr lang="en-US" sz="1400" i="0" dirty="0"/>
              <a:t> Latent Space Layer: Maps input to a latent space (mean and variance vectors).</a:t>
            </a:r>
          </a:p>
          <a:p>
            <a:pPr marL="0" lvl="1" indent="0" eaLnBrk="0" fontAlgn="base" hangingPunct="0">
              <a:lnSpc>
                <a:spcPct val="100000"/>
              </a:lnSpc>
              <a:spcBef>
                <a:spcPct val="0"/>
              </a:spcBef>
              <a:spcAft>
                <a:spcPct val="0"/>
              </a:spcAft>
              <a:buFontTx/>
              <a:buChar char="•"/>
            </a:pPr>
            <a:r>
              <a:rPr lang="en-US" sz="1400" i="0" dirty="0"/>
              <a:t> Reparameterization Trick: Ensures gradient backpropagation by sampling latent variables</a:t>
            </a:r>
            <a:r>
              <a:rPr lang="en-US" sz="1400" dirty="0"/>
              <a:t>.</a:t>
            </a:r>
          </a:p>
          <a:p>
            <a:pPr marL="0" indent="0" eaLnBrk="0" fontAlgn="base" hangingPunct="0">
              <a:lnSpc>
                <a:spcPct val="100000"/>
              </a:lnSpc>
              <a:spcBef>
                <a:spcPct val="0"/>
              </a:spcBef>
              <a:spcAft>
                <a:spcPct val="0"/>
              </a:spcAft>
              <a:buNone/>
            </a:pPr>
            <a:r>
              <a:rPr lang="en-US" sz="1400" b="1" dirty="0"/>
              <a:t>2. Decoder Layers</a:t>
            </a:r>
            <a:r>
              <a:rPr lang="en-US" sz="1400" dirty="0"/>
              <a:t>:</a:t>
            </a:r>
          </a:p>
          <a:p>
            <a:pPr marL="0" lvl="1" indent="0" eaLnBrk="0" fontAlgn="base" hangingPunct="0">
              <a:lnSpc>
                <a:spcPct val="100000"/>
              </a:lnSpc>
              <a:spcBef>
                <a:spcPct val="0"/>
              </a:spcBef>
              <a:spcAft>
                <a:spcPct val="0"/>
              </a:spcAft>
              <a:buFontTx/>
              <a:buChar char="•"/>
            </a:pPr>
            <a:r>
              <a:rPr lang="en-US" sz="1400" dirty="0"/>
              <a:t> </a:t>
            </a:r>
            <a:r>
              <a:rPr lang="en-US" sz="1400" i="0" dirty="0"/>
              <a:t>Dense Layers: Reconstruct latent representations back to the original sequence structure.</a:t>
            </a:r>
          </a:p>
          <a:p>
            <a:pPr marL="0" lvl="1" indent="0" eaLnBrk="0" fontAlgn="base" hangingPunct="0">
              <a:lnSpc>
                <a:spcPct val="100000"/>
              </a:lnSpc>
              <a:spcBef>
                <a:spcPct val="0"/>
              </a:spcBef>
              <a:spcAft>
                <a:spcPct val="0"/>
              </a:spcAft>
              <a:buFontTx/>
              <a:buChar char="•"/>
            </a:pPr>
            <a:r>
              <a:rPr lang="en-US" sz="1400" i="0" dirty="0"/>
              <a:t> Deconvolutional Layers: </a:t>
            </a:r>
            <a:r>
              <a:rPr lang="en-US" sz="1400" i="0" dirty="0" err="1"/>
              <a:t>Upsample</a:t>
            </a:r>
            <a:r>
              <a:rPr lang="en-US" sz="1400" i="0" dirty="0"/>
              <a:t> to match the input sequence size (e.g., notes or time steps).</a:t>
            </a:r>
          </a:p>
          <a:p>
            <a:pPr marL="0" lvl="1" indent="0" eaLnBrk="0" fontAlgn="base" hangingPunct="0">
              <a:lnSpc>
                <a:spcPct val="100000"/>
              </a:lnSpc>
              <a:spcBef>
                <a:spcPct val="0"/>
              </a:spcBef>
              <a:spcAft>
                <a:spcPct val="0"/>
              </a:spcAft>
              <a:buFontTx/>
              <a:buChar char="•"/>
            </a:pPr>
            <a:r>
              <a:rPr lang="en-US" sz="1400" i="0" dirty="0"/>
              <a:t> Activation Functions: </a:t>
            </a:r>
            <a:r>
              <a:rPr lang="en-US" sz="1400" i="0" dirty="0" err="1"/>
              <a:t>LeakyReLU</a:t>
            </a:r>
            <a:r>
              <a:rPr lang="en-US" sz="1400" i="0" dirty="0"/>
              <a:t> or </a:t>
            </a:r>
            <a:r>
              <a:rPr lang="en-US" sz="1400" i="0" dirty="0" err="1"/>
              <a:t>ReLU</a:t>
            </a:r>
            <a:r>
              <a:rPr lang="en-US" sz="1400" i="0" dirty="0"/>
              <a:t> for non-linearity</a:t>
            </a:r>
          </a:p>
          <a:p>
            <a:pPr marL="0" lvl="1" indent="0" eaLnBrk="0" fontAlgn="base" hangingPunct="0">
              <a:lnSpc>
                <a:spcPct val="100000"/>
              </a:lnSpc>
              <a:spcBef>
                <a:spcPct val="0"/>
              </a:spcBef>
              <a:spcAft>
                <a:spcPct val="0"/>
              </a:spcAft>
              <a:buFontTx/>
              <a:buChar char="•"/>
            </a:pPr>
            <a:endParaRPr lang="en-US" sz="1400" i="0" dirty="0"/>
          </a:p>
          <a:p>
            <a:pPr marL="0" lvl="1" indent="0" eaLnBrk="0" fontAlgn="base" hangingPunct="0">
              <a:lnSpc>
                <a:spcPct val="100000"/>
              </a:lnSpc>
              <a:spcBef>
                <a:spcPct val="0"/>
              </a:spcBef>
              <a:spcAft>
                <a:spcPct val="0"/>
              </a:spcAft>
              <a:buNone/>
            </a:pPr>
            <a:r>
              <a:rPr lang="en-US" sz="1400" i="0" dirty="0"/>
              <a:t>VAE-based models offer a robust framework for music generation by combining probabilistic encoding and decoding. The use of latent space allows for both reconstruction of existing patterns and creation of novel music pieces. With its ability to interpolate between styles, a VAE is particularly suited for tasks like style transfer, theme blending, and interactive composition. These models empower creative and personalized music generation across various genres and applications.</a:t>
            </a:r>
          </a:p>
          <a:p>
            <a:pPr marL="0" indent="0" eaLnBrk="0" fontAlgn="base" hangingPunct="0">
              <a:lnSpc>
                <a:spcPct val="100000"/>
              </a:lnSpc>
              <a:spcBef>
                <a:spcPct val="0"/>
              </a:spcBef>
              <a:spcAft>
                <a:spcPct val="0"/>
              </a:spcAft>
              <a:buFontTx/>
              <a:buChar char="•"/>
            </a:pPr>
            <a:endParaRPr lang="en-US" altLang="en-US" sz="1400" dirty="0"/>
          </a:p>
          <a:p>
            <a:pPr marL="0" lvl="0" indent="0" eaLnBrk="0" fontAlgn="base" hangingPunct="0">
              <a:lnSpc>
                <a:spcPct val="100000"/>
              </a:lnSpc>
              <a:spcBef>
                <a:spcPct val="0"/>
              </a:spcBef>
              <a:spcAft>
                <a:spcPct val="0"/>
              </a:spcAft>
              <a:buFontTx/>
              <a:buChar char="•"/>
            </a:pPr>
            <a:endParaRPr lang="en-IN" sz="1400" dirty="0"/>
          </a:p>
        </p:txBody>
      </p:sp>
      <p:sp>
        <p:nvSpPr>
          <p:cNvPr id="5" name="Rectangle 2">
            <a:extLst>
              <a:ext uri="{FF2B5EF4-FFF2-40B4-BE49-F238E27FC236}">
                <a16:creationId xmlns:a16="http://schemas.microsoft.com/office/drawing/2014/main" id="{F4833962-2D86-14EA-F8D7-EA1AE25F141A}"/>
              </a:ext>
            </a:extLst>
          </p:cNvPr>
          <p:cNvSpPr>
            <a:spLocks noChangeArrowheads="1"/>
          </p:cNvSpPr>
          <p:nvPr/>
        </p:nvSpPr>
        <p:spPr bwMode="auto">
          <a:xfrm>
            <a:off x="0" y="-184666"/>
            <a:ext cx="3930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5177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1348-9F6B-62DB-F3BE-A5A43F754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C2071-3CB6-8C93-80EA-8AF2BE53CF26}"/>
              </a:ext>
            </a:extLst>
          </p:cNvPr>
          <p:cNvSpPr>
            <a:spLocks noGrp="1"/>
          </p:cNvSpPr>
          <p:nvPr>
            <p:ph type="title"/>
          </p:nvPr>
        </p:nvSpPr>
        <p:spPr>
          <a:xfrm>
            <a:off x="1295400" y="666947"/>
            <a:ext cx="9601200" cy="720213"/>
          </a:xfrm>
        </p:spPr>
        <p:txBody>
          <a:bodyPr/>
          <a:lstStyle/>
          <a:p>
            <a:r>
              <a:rPr lang="en-US" dirty="0"/>
              <a:t>PROPOSED MODELS</a:t>
            </a:r>
            <a:br>
              <a:rPr lang="en-US" dirty="0"/>
            </a:br>
            <a:endParaRPr lang="en-IN" dirty="0"/>
          </a:p>
        </p:txBody>
      </p:sp>
      <p:sp>
        <p:nvSpPr>
          <p:cNvPr id="3" name="Content Placeholder 2">
            <a:extLst>
              <a:ext uri="{FF2B5EF4-FFF2-40B4-BE49-F238E27FC236}">
                <a16:creationId xmlns:a16="http://schemas.microsoft.com/office/drawing/2014/main" id="{B3CD2D19-A856-C011-13D8-2EDF2390EE6A}"/>
              </a:ext>
            </a:extLst>
          </p:cNvPr>
          <p:cNvSpPr>
            <a:spLocks noGrp="1"/>
          </p:cNvSpPr>
          <p:nvPr>
            <p:ph idx="1"/>
          </p:nvPr>
        </p:nvSpPr>
        <p:spPr>
          <a:xfrm>
            <a:off x="1386348" y="1466527"/>
            <a:ext cx="9510252" cy="5288233"/>
          </a:xfrm>
        </p:spPr>
        <p:txBody>
          <a:bodyPr/>
          <a:lstStyle/>
          <a:p>
            <a:pPr marL="0" indent="0">
              <a:buNone/>
            </a:pPr>
            <a:r>
              <a:rPr lang="en-US" sz="1800" b="1" dirty="0"/>
              <a:t>OpenAI Jukebox</a:t>
            </a:r>
            <a:endParaRPr lang="en-US" altLang="en-US" sz="1400" dirty="0"/>
          </a:p>
          <a:p>
            <a:pPr marL="0" lvl="0" indent="0" eaLnBrk="0" fontAlgn="base" hangingPunct="0">
              <a:lnSpc>
                <a:spcPct val="100000"/>
              </a:lnSpc>
              <a:spcBef>
                <a:spcPct val="0"/>
              </a:spcBef>
              <a:spcAft>
                <a:spcPct val="0"/>
              </a:spcAft>
              <a:buFontTx/>
              <a:buChar char="•"/>
            </a:pPr>
            <a:r>
              <a:rPr lang="en-US" altLang="en-US" sz="1400" dirty="0"/>
              <a:t>OpenAI Jukebox is a neural network model for generating high-quality, raw audio music with lyrics.</a:t>
            </a:r>
          </a:p>
          <a:p>
            <a:pPr marL="0" lvl="0" indent="0" eaLnBrk="0" fontAlgn="base" hangingPunct="0">
              <a:lnSpc>
                <a:spcPct val="100000"/>
              </a:lnSpc>
              <a:spcBef>
                <a:spcPct val="0"/>
              </a:spcBef>
              <a:spcAft>
                <a:spcPct val="0"/>
              </a:spcAft>
              <a:buFontTx/>
              <a:buChar char="•"/>
            </a:pPr>
            <a:r>
              <a:rPr lang="en-US" altLang="en-US" sz="1400" dirty="0"/>
              <a:t>Combines state-of-the-art autoregressive models with transformers to create multi-genre music.</a:t>
            </a:r>
          </a:p>
          <a:p>
            <a:pPr marL="0" lvl="0" indent="0" eaLnBrk="0" fontAlgn="base" hangingPunct="0">
              <a:lnSpc>
                <a:spcPct val="100000"/>
              </a:lnSpc>
              <a:spcBef>
                <a:spcPct val="0"/>
              </a:spcBef>
              <a:spcAft>
                <a:spcPct val="0"/>
              </a:spcAft>
              <a:buFontTx/>
              <a:buChar char="•"/>
            </a:pPr>
            <a:r>
              <a:rPr lang="en-US" altLang="en-US" sz="1400" dirty="0"/>
              <a:t>Trained on an extensive dataset of audio tracks, enabling stylistic and thematic diversity. </a:t>
            </a:r>
          </a:p>
          <a:p>
            <a:pPr marL="0" indent="0">
              <a:buNone/>
            </a:pPr>
            <a:r>
              <a:rPr lang="en-US" sz="1400" b="1" dirty="0"/>
              <a:t>Key Components in OpenAI Jukebox:</a:t>
            </a:r>
          </a:p>
          <a:p>
            <a:pPr marL="0" indent="0" eaLnBrk="0" fontAlgn="base" hangingPunct="0">
              <a:lnSpc>
                <a:spcPct val="100000"/>
              </a:lnSpc>
              <a:spcBef>
                <a:spcPct val="0"/>
              </a:spcBef>
              <a:spcAft>
                <a:spcPct val="0"/>
              </a:spcAft>
              <a:buNone/>
            </a:pPr>
            <a:r>
              <a:rPr lang="en-US" sz="1400" b="1" dirty="0"/>
              <a:t>1. Audio VQ-VAE</a:t>
            </a:r>
            <a:r>
              <a:rPr lang="en-US" sz="1400" dirty="0"/>
              <a:t>:</a:t>
            </a:r>
          </a:p>
          <a:p>
            <a:pPr eaLnBrk="0" fontAlgn="base" hangingPunct="0">
              <a:lnSpc>
                <a:spcPct val="100000"/>
              </a:lnSpc>
              <a:spcBef>
                <a:spcPct val="0"/>
              </a:spcBef>
              <a:spcAft>
                <a:spcPct val="0"/>
              </a:spcAft>
            </a:pPr>
            <a:r>
              <a:rPr lang="en-US" sz="1400" dirty="0"/>
              <a:t>Compresses raw audio into a hierarchical latent representation at multiple levels.</a:t>
            </a:r>
          </a:p>
          <a:p>
            <a:pPr eaLnBrk="0" fontAlgn="base" hangingPunct="0">
              <a:lnSpc>
                <a:spcPct val="100000"/>
              </a:lnSpc>
              <a:spcBef>
                <a:spcPct val="0"/>
              </a:spcBef>
              <a:spcAft>
                <a:spcPct val="0"/>
              </a:spcAft>
            </a:pPr>
            <a:r>
              <a:rPr lang="en-US" sz="1400" dirty="0"/>
              <a:t>Enables efficient generation of high-fidelity audio.</a:t>
            </a:r>
          </a:p>
          <a:p>
            <a:pPr marL="0" indent="0" eaLnBrk="0" fontAlgn="base" hangingPunct="0">
              <a:lnSpc>
                <a:spcPct val="100000"/>
              </a:lnSpc>
              <a:spcBef>
                <a:spcPct val="0"/>
              </a:spcBef>
              <a:spcAft>
                <a:spcPct val="0"/>
              </a:spcAft>
              <a:buNone/>
            </a:pPr>
            <a:r>
              <a:rPr lang="en-US" sz="1400" b="1" dirty="0"/>
              <a:t>2. Transformer Layers:</a:t>
            </a:r>
          </a:p>
          <a:p>
            <a:pPr eaLnBrk="0" fontAlgn="base" hangingPunct="0">
              <a:lnSpc>
                <a:spcPct val="100000"/>
              </a:lnSpc>
              <a:spcBef>
                <a:spcPct val="0"/>
              </a:spcBef>
              <a:spcAft>
                <a:spcPct val="0"/>
              </a:spcAft>
            </a:pPr>
            <a:r>
              <a:rPr lang="en-US" sz="1400" dirty="0"/>
              <a:t>Utilizes autoregressive transformers to model long-term dependencies in music.</a:t>
            </a:r>
          </a:p>
          <a:p>
            <a:pPr eaLnBrk="0" fontAlgn="base" hangingPunct="0">
              <a:lnSpc>
                <a:spcPct val="100000"/>
              </a:lnSpc>
              <a:spcBef>
                <a:spcPct val="0"/>
              </a:spcBef>
              <a:spcAft>
                <a:spcPct val="0"/>
              </a:spcAft>
            </a:pPr>
            <a:r>
              <a:rPr lang="en-US" sz="1400" dirty="0"/>
              <a:t>Captures structure across melody, rhythm, lyrics, and instrumentation.</a:t>
            </a:r>
          </a:p>
          <a:p>
            <a:pPr marL="0" indent="0" eaLnBrk="0" fontAlgn="base" hangingPunct="0">
              <a:lnSpc>
                <a:spcPct val="100000"/>
              </a:lnSpc>
              <a:spcBef>
                <a:spcPct val="0"/>
              </a:spcBef>
              <a:spcAft>
                <a:spcPct val="0"/>
              </a:spcAft>
              <a:buNone/>
            </a:pPr>
            <a:r>
              <a:rPr lang="en-US" sz="1400" b="1" dirty="0"/>
              <a:t>3. Hierarchical Architecture:</a:t>
            </a:r>
          </a:p>
          <a:p>
            <a:pPr eaLnBrk="0" fontAlgn="base" hangingPunct="0">
              <a:lnSpc>
                <a:spcPct val="100000"/>
              </a:lnSpc>
              <a:spcBef>
                <a:spcPct val="0"/>
              </a:spcBef>
              <a:spcAft>
                <a:spcPct val="0"/>
              </a:spcAft>
            </a:pPr>
            <a:r>
              <a:rPr lang="en-US" sz="1400" dirty="0"/>
              <a:t>Models operate at three levels of resolution (coarse, middle, fine).</a:t>
            </a:r>
          </a:p>
          <a:p>
            <a:pPr eaLnBrk="0" fontAlgn="base" hangingPunct="0">
              <a:lnSpc>
                <a:spcPct val="100000"/>
              </a:lnSpc>
              <a:spcBef>
                <a:spcPct val="0"/>
              </a:spcBef>
              <a:spcAft>
                <a:spcPct val="0"/>
              </a:spcAft>
            </a:pPr>
            <a:r>
              <a:rPr lang="en-US" sz="1400" dirty="0"/>
              <a:t>Coarse: Generates high-level structure (e.g., melody and harmony).</a:t>
            </a:r>
          </a:p>
          <a:p>
            <a:pPr eaLnBrk="0" fontAlgn="base" hangingPunct="0">
              <a:lnSpc>
                <a:spcPct val="100000"/>
              </a:lnSpc>
              <a:spcBef>
                <a:spcPct val="0"/>
              </a:spcBef>
              <a:spcAft>
                <a:spcPct val="0"/>
              </a:spcAft>
            </a:pPr>
            <a:r>
              <a:rPr lang="en-US" sz="1400" dirty="0"/>
              <a:t>Middle &amp; Fine: Adds detailed textures and nuances to the audio.</a:t>
            </a:r>
          </a:p>
          <a:p>
            <a:pPr eaLnBrk="0" fontAlgn="base" hangingPunct="0">
              <a:lnSpc>
                <a:spcPct val="100000"/>
              </a:lnSpc>
              <a:spcBef>
                <a:spcPct val="0"/>
              </a:spcBef>
              <a:spcAft>
                <a:spcPct val="0"/>
              </a:spcAft>
            </a:pPr>
            <a:endParaRPr lang="en-US" sz="1400" dirty="0"/>
          </a:p>
          <a:p>
            <a:pPr marL="0" indent="0" eaLnBrk="0" fontAlgn="base" hangingPunct="0">
              <a:lnSpc>
                <a:spcPct val="100000"/>
              </a:lnSpc>
              <a:spcBef>
                <a:spcPct val="0"/>
              </a:spcBef>
              <a:spcAft>
                <a:spcPct val="0"/>
              </a:spcAft>
              <a:buNone/>
            </a:pPr>
            <a:r>
              <a:rPr lang="en-US" sz="1400" dirty="0"/>
              <a:t>OpenAI Jukebox is a groundbreaking model for raw audio music generation, leveraging hierarchical VQ-VAE and autoregressive transformers. Its ability to generate music with lyrics in various styles and resolutions makes it a versatile tool for creative and professional applications. With OpenAI Jukebox, the boundary between human-composed and AI-generated music continues to blur, opening new possibilities in the music industry.</a:t>
            </a:r>
          </a:p>
          <a:p>
            <a:pPr marL="0" lvl="0" indent="0" eaLnBrk="0" fontAlgn="base" hangingPunct="0">
              <a:lnSpc>
                <a:spcPct val="100000"/>
              </a:lnSpc>
              <a:spcBef>
                <a:spcPct val="0"/>
              </a:spcBef>
              <a:spcAft>
                <a:spcPct val="0"/>
              </a:spcAft>
              <a:buNone/>
            </a:pPr>
            <a:endParaRPr lang="en-IN" sz="1400" dirty="0"/>
          </a:p>
        </p:txBody>
      </p:sp>
      <p:sp>
        <p:nvSpPr>
          <p:cNvPr id="5" name="Rectangle 2">
            <a:extLst>
              <a:ext uri="{FF2B5EF4-FFF2-40B4-BE49-F238E27FC236}">
                <a16:creationId xmlns:a16="http://schemas.microsoft.com/office/drawing/2014/main" id="{F5126287-45A4-0485-F089-834404557908}"/>
              </a:ext>
            </a:extLst>
          </p:cNvPr>
          <p:cNvSpPr>
            <a:spLocks noChangeArrowheads="1"/>
          </p:cNvSpPr>
          <p:nvPr/>
        </p:nvSpPr>
        <p:spPr bwMode="auto">
          <a:xfrm>
            <a:off x="0" y="-184666"/>
            <a:ext cx="3930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328272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4D613-C871-C493-8B86-E1F67506C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CFE39-AC55-5D46-8620-ADBE71C5AD1B}"/>
              </a:ext>
            </a:extLst>
          </p:cNvPr>
          <p:cNvSpPr>
            <a:spLocks noGrp="1"/>
          </p:cNvSpPr>
          <p:nvPr>
            <p:ph type="title"/>
          </p:nvPr>
        </p:nvSpPr>
        <p:spPr>
          <a:xfrm>
            <a:off x="1295400" y="666947"/>
            <a:ext cx="9601200" cy="720213"/>
          </a:xfrm>
        </p:spPr>
        <p:txBody>
          <a:bodyPr/>
          <a:lstStyle/>
          <a:p>
            <a:r>
              <a:rPr lang="en-US" dirty="0"/>
              <a:t>PROPOSED MODELS</a:t>
            </a:r>
            <a:br>
              <a:rPr lang="en-US" dirty="0"/>
            </a:br>
            <a:endParaRPr lang="en-IN" dirty="0"/>
          </a:p>
        </p:txBody>
      </p:sp>
      <p:sp>
        <p:nvSpPr>
          <p:cNvPr id="3" name="Content Placeholder 2">
            <a:extLst>
              <a:ext uri="{FF2B5EF4-FFF2-40B4-BE49-F238E27FC236}">
                <a16:creationId xmlns:a16="http://schemas.microsoft.com/office/drawing/2014/main" id="{0A2F363C-4935-4826-DAEB-F308FBAEE37C}"/>
              </a:ext>
            </a:extLst>
          </p:cNvPr>
          <p:cNvSpPr>
            <a:spLocks noGrp="1"/>
          </p:cNvSpPr>
          <p:nvPr>
            <p:ph idx="1"/>
          </p:nvPr>
        </p:nvSpPr>
        <p:spPr>
          <a:xfrm>
            <a:off x="1295399" y="1466527"/>
            <a:ext cx="10395155" cy="5642196"/>
          </a:xfrm>
        </p:spPr>
        <p:txBody>
          <a:bodyPr/>
          <a:lstStyle/>
          <a:p>
            <a:pPr marL="0" indent="0">
              <a:buNone/>
            </a:pPr>
            <a:r>
              <a:rPr lang="en-US" altLang="en-US" sz="1800" b="1" dirty="0"/>
              <a:t>Transformers:</a:t>
            </a:r>
            <a:endParaRPr lang="en-US" altLang="en-US" sz="1400" dirty="0"/>
          </a:p>
          <a:p>
            <a:pPr marL="0" indent="0" eaLnBrk="0" fontAlgn="base" hangingPunct="0">
              <a:lnSpc>
                <a:spcPct val="100000"/>
              </a:lnSpc>
              <a:spcBef>
                <a:spcPct val="0"/>
              </a:spcBef>
              <a:spcAft>
                <a:spcPct val="0"/>
              </a:spcAft>
              <a:buFontTx/>
              <a:buChar char="•"/>
            </a:pPr>
            <a:r>
              <a:rPr lang="en-US" altLang="en-US" sz="1400" dirty="0"/>
              <a:t>Transformers are a deep learning architecture designed to process sequential data efficiently using self-attention mechanisms.</a:t>
            </a:r>
          </a:p>
          <a:p>
            <a:pPr marL="0" indent="0" eaLnBrk="0" fontAlgn="base" hangingPunct="0">
              <a:lnSpc>
                <a:spcPct val="100000"/>
              </a:lnSpc>
              <a:spcBef>
                <a:spcPct val="0"/>
              </a:spcBef>
              <a:spcAft>
                <a:spcPct val="0"/>
              </a:spcAft>
              <a:buFontTx/>
              <a:buChar char="•"/>
            </a:pPr>
            <a:r>
              <a:rPr lang="en-US" altLang="en-US" sz="1400" dirty="0"/>
              <a:t>They model long-term dependencies and relationships in music sequences without the need for recurrent connections.</a:t>
            </a:r>
          </a:p>
          <a:p>
            <a:pPr marL="0" indent="0" eaLnBrk="0" fontAlgn="base" hangingPunct="0">
              <a:lnSpc>
                <a:spcPct val="100000"/>
              </a:lnSpc>
              <a:spcBef>
                <a:spcPct val="0"/>
              </a:spcBef>
              <a:spcAft>
                <a:spcPct val="0"/>
              </a:spcAft>
              <a:buFontTx/>
              <a:buChar char="•"/>
            </a:pPr>
            <a:r>
              <a:rPr lang="en-US" altLang="en-US" sz="1400" dirty="0"/>
              <a:t>Suitable for generating coherent and stylistically diverse music compositions. </a:t>
            </a:r>
          </a:p>
          <a:p>
            <a:pPr marL="0" indent="0" eaLnBrk="0" fontAlgn="base" hangingPunct="0">
              <a:lnSpc>
                <a:spcPct val="100000"/>
              </a:lnSpc>
              <a:spcBef>
                <a:spcPct val="0"/>
              </a:spcBef>
              <a:spcAft>
                <a:spcPct val="0"/>
              </a:spcAft>
              <a:buNone/>
            </a:pPr>
            <a:endParaRPr lang="en-US" sz="1400" dirty="0"/>
          </a:p>
          <a:p>
            <a:pPr marL="0" indent="0" eaLnBrk="0" fontAlgn="base" hangingPunct="0">
              <a:lnSpc>
                <a:spcPct val="100000"/>
              </a:lnSpc>
              <a:spcBef>
                <a:spcPct val="0"/>
              </a:spcBef>
              <a:spcAft>
                <a:spcPct val="0"/>
              </a:spcAft>
              <a:buNone/>
            </a:pPr>
            <a:r>
              <a:rPr lang="en-US" sz="1400" b="1" dirty="0"/>
              <a:t>Key Components </a:t>
            </a:r>
          </a:p>
          <a:p>
            <a:pPr marL="0" indent="0" eaLnBrk="0" fontAlgn="base" hangingPunct="0">
              <a:lnSpc>
                <a:spcPct val="100000"/>
              </a:lnSpc>
              <a:spcBef>
                <a:spcPct val="0"/>
              </a:spcBef>
              <a:spcAft>
                <a:spcPct val="0"/>
              </a:spcAft>
              <a:buNone/>
            </a:pPr>
            <a:r>
              <a:rPr lang="en-US" sz="1400" b="1" dirty="0"/>
              <a:t>Embedding Layers</a:t>
            </a:r>
            <a:r>
              <a:rPr lang="en-US" sz="1400" dirty="0"/>
              <a:t>:</a:t>
            </a:r>
          </a:p>
          <a:p>
            <a:pPr marL="0" lvl="1" indent="0" eaLnBrk="0" fontAlgn="base" hangingPunct="0">
              <a:lnSpc>
                <a:spcPct val="100000"/>
              </a:lnSpc>
              <a:spcBef>
                <a:spcPct val="0"/>
              </a:spcBef>
              <a:spcAft>
                <a:spcPct val="0"/>
              </a:spcAft>
              <a:buFontTx/>
              <a:buChar char="•"/>
            </a:pPr>
            <a:r>
              <a:rPr lang="en-US" sz="1400" i="0" dirty="0"/>
              <a:t>Encodes musical data (e.g., notes, chords, timing) into dense vector representations.</a:t>
            </a:r>
          </a:p>
          <a:p>
            <a:pPr marL="0" lvl="1" indent="0" eaLnBrk="0" fontAlgn="base" hangingPunct="0">
              <a:lnSpc>
                <a:spcPct val="100000"/>
              </a:lnSpc>
              <a:spcBef>
                <a:spcPct val="0"/>
              </a:spcBef>
              <a:spcAft>
                <a:spcPct val="0"/>
              </a:spcAft>
              <a:buFontTx/>
              <a:buChar char="•"/>
            </a:pPr>
            <a:r>
              <a:rPr lang="en-US" sz="1400" i="0" dirty="0"/>
              <a:t>Positional encoding helps capture the sequential order of music elements.</a:t>
            </a:r>
          </a:p>
          <a:p>
            <a:pPr marL="0" indent="0" eaLnBrk="0" fontAlgn="base" hangingPunct="0">
              <a:lnSpc>
                <a:spcPct val="100000"/>
              </a:lnSpc>
              <a:spcBef>
                <a:spcPct val="0"/>
              </a:spcBef>
              <a:spcAft>
                <a:spcPct val="0"/>
              </a:spcAft>
              <a:buNone/>
            </a:pPr>
            <a:r>
              <a:rPr lang="en-US" sz="1400" b="1" dirty="0"/>
              <a:t>Self-Attention Mechanism</a:t>
            </a:r>
            <a:r>
              <a:rPr lang="en-US" sz="1400" dirty="0"/>
              <a:t>:</a:t>
            </a:r>
          </a:p>
          <a:p>
            <a:pPr marL="0" lvl="1" indent="0" eaLnBrk="0" fontAlgn="base" hangingPunct="0">
              <a:lnSpc>
                <a:spcPct val="100000"/>
              </a:lnSpc>
              <a:spcBef>
                <a:spcPct val="0"/>
              </a:spcBef>
              <a:spcAft>
                <a:spcPct val="0"/>
              </a:spcAft>
              <a:buFontTx/>
              <a:buChar char="•"/>
            </a:pPr>
            <a:r>
              <a:rPr lang="en-US" sz="1400" i="0" dirty="0"/>
              <a:t>Calculates the relevance of each token (note or event) to others in the sequence.</a:t>
            </a:r>
          </a:p>
          <a:p>
            <a:pPr marL="0" lvl="1" indent="0" eaLnBrk="0" fontAlgn="base" hangingPunct="0">
              <a:lnSpc>
                <a:spcPct val="100000"/>
              </a:lnSpc>
              <a:spcBef>
                <a:spcPct val="0"/>
              </a:spcBef>
              <a:spcAft>
                <a:spcPct val="0"/>
              </a:spcAft>
              <a:buFontTx/>
              <a:buChar char="•"/>
            </a:pPr>
            <a:r>
              <a:rPr lang="en-US" sz="1400" i="0" dirty="0"/>
              <a:t>Enables global context understanding across entire compositions.</a:t>
            </a:r>
          </a:p>
          <a:p>
            <a:pPr marL="0" indent="0" eaLnBrk="0" fontAlgn="base" hangingPunct="0">
              <a:lnSpc>
                <a:spcPct val="100000"/>
              </a:lnSpc>
              <a:spcBef>
                <a:spcPct val="0"/>
              </a:spcBef>
              <a:spcAft>
                <a:spcPct val="0"/>
              </a:spcAft>
              <a:buNone/>
            </a:pPr>
            <a:r>
              <a:rPr lang="en-US" sz="1400" b="1" dirty="0"/>
              <a:t>Multi-Head Attention</a:t>
            </a:r>
            <a:r>
              <a:rPr lang="en-US" sz="1400" dirty="0"/>
              <a:t>:</a:t>
            </a:r>
          </a:p>
          <a:p>
            <a:pPr marL="0" lvl="1" indent="0" eaLnBrk="0" fontAlgn="base" hangingPunct="0">
              <a:lnSpc>
                <a:spcPct val="100000"/>
              </a:lnSpc>
              <a:spcBef>
                <a:spcPct val="0"/>
              </a:spcBef>
              <a:spcAft>
                <a:spcPct val="0"/>
              </a:spcAft>
              <a:buFontTx/>
              <a:buChar char="•"/>
            </a:pPr>
            <a:r>
              <a:rPr lang="en-US" sz="1400" i="0" dirty="0"/>
              <a:t>Processes multiple attention heads in parallel, capturing different aspects of musical structure (e.g., harmony, rhythm).</a:t>
            </a:r>
          </a:p>
          <a:p>
            <a:pPr marL="0" indent="0" eaLnBrk="0" fontAlgn="base" hangingPunct="0">
              <a:lnSpc>
                <a:spcPct val="100000"/>
              </a:lnSpc>
              <a:spcBef>
                <a:spcPct val="0"/>
              </a:spcBef>
              <a:spcAft>
                <a:spcPct val="0"/>
              </a:spcAft>
              <a:buNone/>
            </a:pPr>
            <a:r>
              <a:rPr lang="en-US" sz="1400" b="1" dirty="0"/>
              <a:t>Feedforward Layers</a:t>
            </a:r>
            <a:r>
              <a:rPr lang="en-US" sz="1400" dirty="0"/>
              <a:t>:</a:t>
            </a:r>
          </a:p>
          <a:p>
            <a:pPr marL="0" lvl="1" indent="0" eaLnBrk="0" fontAlgn="base" hangingPunct="0">
              <a:lnSpc>
                <a:spcPct val="100000"/>
              </a:lnSpc>
              <a:spcBef>
                <a:spcPct val="0"/>
              </a:spcBef>
              <a:spcAft>
                <a:spcPct val="0"/>
              </a:spcAft>
              <a:buFontTx/>
              <a:buChar char="•"/>
            </a:pPr>
            <a:r>
              <a:rPr lang="en-US" sz="1400" i="0" dirty="0"/>
              <a:t>Applies non-linear transformations to attention outputs, enhancing expressiveness.</a:t>
            </a:r>
          </a:p>
          <a:p>
            <a:pPr marL="0" indent="0" eaLnBrk="0" fontAlgn="base" hangingPunct="0">
              <a:lnSpc>
                <a:spcPct val="100000"/>
              </a:lnSpc>
              <a:spcBef>
                <a:spcPct val="0"/>
              </a:spcBef>
              <a:spcAft>
                <a:spcPct val="0"/>
              </a:spcAft>
              <a:buNone/>
            </a:pPr>
            <a:r>
              <a:rPr lang="en-US" sz="1400" b="1" dirty="0"/>
              <a:t>Decoder Layers</a:t>
            </a:r>
            <a:r>
              <a:rPr lang="en-US" sz="1400" dirty="0"/>
              <a:t>:</a:t>
            </a:r>
          </a:p>
          <a:p>
            <a:pPr marL="0" lvl="1" indent="0" eaLnBrk="0" fontAlgn="base" hangingPunct="0">
              <a:lnSpc>
                <a:spcPct val="100000"/>
              </a:lnSpc>
              <a:spcBef>
                <a:spcPct val="0"/>
              </a:spcBef>
              <a:spcAft>
                <a:spcPct val="0"/>
              </a:spcAft>
              <a:buFontTx/>
              <a:buChar char="•"/>
            </a:pPr>
            <a:r>
              <a:rPr lang="en-US" sz="1400" i="0" dirty="0"/>
              <a:t>Predicts the next musical element in the sequence, enabling autoregressive generation.</a:t>
            </a:r>
          </a:p>
          <a:p>
            <a:pPr marL="0" lvl="1" indent="0" eaLnBrk="0" fontAlgn="base" hangingPunct="0">
              <a:lnSpc>
                <a:spcPct val="100000"/>
              </a:lnSpc>
              <a:spcBef>
                <a:spcPct val="0"/>
              </a:spcBef>
              <a:spcAft>
                <a:spcPct val="0"/>
              </a:spcAft>
              <a:buFontTx/>
              <a:buChar char="•"/>
            </a:pPr>
            <a:endParaRPr lang="en-US" sz="1400" i="0" dirty="0"/>
          </a:p>
          <a:p>
            <a:pPr marL="0" lvl="1" indent="0" eaLnBrk="0" fontAlgn="base" hangingPunct="0">
              <a:lnSpc>
                <a:spcPct val="100000"/>
              </a:lnSpc>
              <a:spcBef>
                <a:spcPct val="0"/>
              </a:spcBef>
              <a:spcAft>
                <a:spcPct val="0"/>
              </a:spcAft>
              <a:buNone/>
            </a:pPr>
            <a:r>
              <a:rPr lang="en-US" sz="1400" i="0" dirty="0"/>
              <a:t>Transformers have revolutionized music generation by offering unparalleled performance in modeling long-term dependencies and capturing intricate patterns in music data. Their ability to handle diverse styles, generate extended compositions, and scale efficiently makes them an essential tool in modern music AI applications. With continued advancements, transformers are reshaping the boundaries of creative music production, enabling innovative and expressive compositions.</a:t>
            </a:r>
          </a:p>
          <a:p>
            <a:pPr marL="0" indent="0" eaLnBrk="0" fontAlgn="base" hangingPunct="0">
              <a:lnSpc>
                <a:spcPct val="100000"/>
              </a:lnSpc>
              <a:spcBef>
                <a:spcPct val="0"/>
              </a:spcBef>
              <a:spcAft>
                <a:spcPct val="0"/>
              </a:spcAft>
              <a:buNone/>
            </a:pPr>
            <a:endParaRPr lang="en-US" altLang="en-US" sz="1400" dirty="0"/>
          </a:p>
          <a:p>
            <a:pPr marL="0" lvl="0" indent="0" eaLnBrk="0" fontAlgn="base" hangingPunct="0">
              <a:lnSpc>
                <a:spcPct val="100000"/>
              </a:lnSpc>
              <a:spcBef>
                <a:spcPct val="0"/>
              </a:spcBef>
              <a:spcAft>
                <a:spcPct val="0"/>
              </a:spcAft>
              <a:buNone/>
            </a:pPr>
            <a:endParaRPr lang="en-IN" sz="1400" dirty="0"/>
          </a:p>
        </p:txBody>
      </p:sp>
      <p:sp>
        <p:nvSpPr>
          <p:cNvPr id="5" name="Rectangle 2">
            <a:extLst>
              <a:ext uri="{FF2B5EF4-FFF2-40B4-BE49-F238E27FC236}">
                <a16:creationId xmlns:a16="http://schemas.microsoft.com/office/drawing/2014/main" id="{D5F75C45-98EB-6BB2-1884-B7DDFEF54EAA}"/>
              </a:ext>
            </a:extLst>
          </p:cNvPr>
          <p:cNvSpPr>
            <a:spLocks noChangeArrowheads="1"/>
          </p:cNvSpPr>
          <p:nvPr/>
        </p:nvSpPr>
        <p:spPr bwMode="auto">
          <a:xfrm>
            <a:off x="0" y="-184666"/>
            <a:ext cx="3930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731160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F7AE8-579D-40D4-6586-49C7A5E70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B41AD-CB8B-F8EA-83FD-D109C20563E0}"/>
              </a:ext>
            </a:extLst>
          </p:cNvPr>
          <p:cNvSpPr>
            <a:spLocks noGrp="1"/>
          </p:cNvSpPr>
          <p:nvPr>
            <p:ph type="title"/>
          </p:nvPr>
        </p:nvSpPr>
        <p:spPr>
          <a:xfrm>
            <a:off x="1295400" y="666947"/>
            <a:ext cx="9601200" cy="720213"/>
          </a:xfrm>
        </p:spPr>
        <p:txBody>
          <a:bodyPr/>
          <a:lstStyle/>
          <a:p>
            <a:r>
              <a:rPr lang="en-US" dirty="0"/>
              <a:t>PROPOSED MODELS</a:t>
            </a:r>
            <a:br>
              <a:rPr lang="en-US" dirty="0"/>
            </a:br>
            <a:endParaRPr lang="en-IN" dirty="0"/>
          </a:p>
        </p:txBody>
      </p:sp>
      <p:sp>
        <p:nvSpPr>
          <p:cNvPr id="3" name="Content Placeholder 2">
            <a:extLst>
              <a:ext uri="{FF2B5EF4-FFF2-40B4-BE49-F238E27FC236}">
                <a16:creationId xmlns:a16="http://schemas.microsoft.com/office/drawing/2014/main" id="{53AE5FBC-2799-179D-4A89-8AB812CB4C22}"/>
              </a:ext>
            </a:extLst>
          </p:cNvPr>
          <p:cNvSpPr>
            <a:spLocks noGrp="1"/>
          </p:cNvSpPr>
          <p:nvPr>
            <p:ph idx="1"/>
          </p:nvPr>
        </p:nvSpPr>
        <p:spPr>
          <a:xfrm>
            <a:off x="1295399" y="1466527"/>
            <a:ext cx="10395155" cy="5642196"/>
          </a:xfrm>
        </p:spPr>
        <p:txBody>
          <a:bodyPr/>
          <a:lstStyle/>
          <a:p>
            <a:pPr marL="0" indent="0">
              <a:buNone/>
            </a:pPr>
            <a:r>
              <a:rPr lang="en-US" altLang="en-US" sz="1800" b="1" dirty="0"/>
              <a:t>Diffusion models:</a:t>
            </a:r>
            <a:endParaRPr lang="en-US" altLang="en-US" sz="1400" dirty="0"/>
          </a:p>
          <a:p>
            <a:pPr marL="0" indent="0" eaLnBrk="0" fontAlgn="base" hangingPunct="0">
              <a:lnSpc>
                <a:spcPct val="100000"/>
              </a:lnSpc>
              <a:spcBef>
                <a:spcPct val="0"/>
              </a:spcBef>
              <a:spcAft>
                <a:spcPct val="0"/>
              </a:spcAft>
              <a:buNone/>
            </a:pPr>
            <a:r>
              <a:rPr lang="en-US" sz="1400" dirty="0"/>
              <a:t>Diffusion models are generative models that transform noise into structured musical sequences through a process of gradual denoising. They have shown great potential for creating diverse, high-quality music compositions.</a:t>
            </a:r>
          </a:p>
          <a:p>
            <a:pPr marL="0" indent="0" eaLnBrk="0" fontAlgn="base" hangingPunct="0">
              <a:lnSpc>
                <a:spcPct val="100000"/>
              </a:lnSpc>
              <a:spcBef>
                <a:spcPct val="0"/>
              </a:spcBef>
              <a:spcAft>
                <a:spcPct val="0"/>
              </a:spcAft>
              <a:buNone/>
            </a:pPr>
            <a:endParaRPr lang="en-US" altLang="en-US" sz="1400" dirty="0"/>
          </a:p>
          <a:p>
            <a:pPr marL="0" indent="0" eaLnBrk="0" fontAlgn="base" hangingPunct="0">
              <a:lnSpc>
                <a:spcPct val="100000"/>
              </a:lnSpc>
              <a:spcBef>
                <a:spcPct val="0"/>
              </a:spcBef>
              <a:spcAft>
                <a:spcPct val="0"/>
              </a:spcAft>
              <a:buNone/>
            </a:pPr>
            <a:r>
              <a:rPr lang="en-US" sz="1400" b="1" dirty="0"/>
              <a:t>Key Components</a:t>
            </a:r>
            <a:r>
              <a:rPr lang="en-US" sz="1400" dirty="0"/>
              <a:t>:</a:t>
            </a:r>
          </a:p>
          <a:p>
            <a:pPr eaLnBrk="0" fontAlgn="base" hangingPunct="0">
              <a:lnSpc>
                <a:spcPct val="100000"/>
              </a:lnSpc>
              <a:spcBef>
                <a:spcPct val="0"/>
              </a:spcBef>
              <a:spcAft>
                <a:spcPct val="0"/>
              </a:spcAft>
            </a:pPr>
            <a:r>
              <a:rPr lang="en-US" sz="1400" dirty="0"/>
              <a:t>Forward Process: Adds noise to music over time, simulating degradation into randomness.</a:t>
            </a:r>
          </a:p>
          <a:p>
            <a:pPr eaLnBrk="0" fontAlgn="base" hangingPunct="0">
              <a:lnSpc>
                <a:spcPct val="100000"/>
              </a:lnSpc>
              <a:spcBef>
                <a:spcPct val="0"/>
              </a:spcBef>
              <a:spcAft>
                <a:spcPct val="0"/>
              </a:spcAft>
            </a:pPr>
            <a:r>
              <a:rPr lang="en-US" sz="1400" dirty="0"/>
              <a:t>Reverse Process: Learns to denoise the noisy sequence, recovering coherent music.</a:t>
            </a:r>
          </a:p>
          <a:p>
            <a:pPr eaLnBrk="0" fontAlgn="base" hangingPunct="0">
              <a:lnSpc>
                <a:spcPct val="100000"/>
              </a:lnSpc>
              <a:spcBef>
                <a:spcPct val="0"/>
              </a:spcBef>
              <a:spcAft>
                <a:spcPct val="0"/>
              </a:spcAft>
            </a:pPr>
            <a:r>
              <a:rPr lang="en-US" sz="1400" dirty="0"/>
              <a:t>Noise Scheduling: Controls how noise is added and removed, affecting diversity and quality.</a:t>
            </a:r>
          </a:p>
          <a:p>
            <a:pPr eaLnBrk="0" fontAlgn="base" hangingPunct="0">
              <a:lnSpc>
                <a:spcPct val="100000"/>
              </a:lnSpc>
              <a:spcBef>
                <a:spcPct val="0"/>
              </a:spcBef>
              <a:spcAft>
                <a:spcPct val="0"/>
              </a:spcAft>
            </a:pPr>
            <a:r>
              <a:rPr lang="en-US" sz="1400" dirty="0"/>
              <a:t>Score-Based Objective: Guides the model in denoising to preserve musical features like rhythm and melody.</a:t>
            </a:r>
          </a:p>
          <a:p>
            <a:pPr eaLnBrk="0" fontAlgn="base" hangingPunct="0">
              <a:lnSpc>
                <a:spcPct val="100000"/>
              </a:lnSpc>
              <a:spcBef>
                <a:spcPct val="0"/>
              </a:spcBef>
              <a:spcAft>
                <a:spcPct val="0"/>
              </a:spcAft>
            </a:pPr>
            <a:r>
              <a:rPr lang="en-US" sz="1400" dirty="0"/>
              <a:t>Conditional Diffusion: Allows for music generation based on specific styles or themes.</a:t>
            </a:r>
          </a:p>
          <a:p>
            <a:pPr eaLnBrk="0" fontAlgn="base" hangingPunct="0">
              <a:lnSpc>
                <a:spcPct val="100000"/>
              </a:lnSpc>
              <a:spcBef>
                <a:spcPct val="0"/>
              </a:spcBef>
              <a:spcAft>
                <a:spcPct val="0"/>
              </a:spcAft>
            </a:pPr>
            <a:endParaRPr lang="en-US" sz="1400" dirty="0"/>
          </a:p>
          <a:p>
            <a:pPr marL="0" indent="0" eaLnBrk="0" fontAlgn="base" hangingPunct="0">
              <a:lnSpc>
                <a:spcPct val="100000"/>
              </a:lnSpc>
              <a:spcBef>
                <a:spcPct val="0"/>
              </a:spcBef>
              <a:spcAft>
                <a:spcPct val="0"/>
              </a:spcAft>
              <a:buNone/>
            </a:pPr>
            <a:r>
              <a:rPr lang="en-US" sz="1400" b="1" dirty="0"/>
              <a:t>Advantages</a:t>
            </a:r>
            <a:r>
              <a:rPr lang="en-US" sz="1400" dirty="0"/>
              <a:t>:</a:t>
            </a:r>
          </a:p>
          <a:p>
            <a:pPr eaLnBrk="0" fontAlgn="base" hangingPunct="0">
              <a:lnSpc>
                <a:spcPct val="100000"/>
              </a:lnSpc>
              <a:spcBef>
                <a:spcPct val="0"/>
              </a:spcBef>
              <a:spcAft>
                <a:spcPct val="0"/>
              </a:spcAft>
            </a:pPr>
            <a:r>
              <a:rPr lang="en-US" sz="1400" dirty="0"/>
              <a:t>High Creativity: Generates diverse and innovative music.</a:t>
            </a:r>
          </a:p>
          <a:p>
            <a:pPr eaLnBrk="0" fontAlgn="base" hangingPunct="0">
              <a:lnSpc>
                <a:spcPct val="100000"/>
              </a:lnSpc>
              <a:spcBef>
                <a:spcPct val="0"/>
              </a:spcBef>
              <a:spcAft>
                <a:spcPct val="0"/>
              </a:spcAft>
            </a:pPr>
            <a:r>
              <a:rPr lang="en-US" sz="1400" dirty="0"/>
              <a:t>Long-Term Coherence: Captures long-term musical dependencies.</a:t>
            </a:r>
          </a:p>
          <a:p>
            <a:pPr eaLnBrk="0" fontAlgn="base" hangingPunct="0">
              <a:lnSpc>
                <a:spcPct val="100000"/>
              </a:lnSpc>
              <a:spcBef>
                <a:spcPct val="0"/>
              </a:spcBef>
              <a:spcAft>
                <a:spcPct val="0"/>
              </a:spcAft>
            </a:pPr>
            <a:r>
              <a:rPr lang="en-US" sz="1400" dirty="0"/>
              <a:t>Expressiveness: Enhances details like dynamics and texture.</a:t>
            </a:r>
          </a:p>
          <a:p>
            <a:pPr marL="0" indent="0">
              <a:buNone/>
            </a:pPr>
            <a:r>
              <a:rPr lang="en-US" sz="1400" dirty="0"/>
              <a:t>Diffusion models represent a breakthrough in music generation, offering a powerful and flexible approach to creating high-quality compositions. By gradually transforming noise into structured music, they excel at capturing intricate patterns, long-term dependencies, and creative diversity. Their ability to model complex musical features and generate coherent, expressive music makes them a promising tool for the future of AI-driven music production. As they continue to evolve, diffusion models will play a pivotal role in pushing the boundaries of music composition, enabling innovative and dynamic musical experiences.</a:t>
            </a:r>
          </a:p>
          <a:p>
            <a:pPr marL="0" indent="0" eaLnBrk="0" fontAlgn="base" hangingPunct="0">
              <a:lnSpc>
                <a:spcPct val="100000"/>
              </a:lnSpc>
              <a:spcBef>
                <a:spcPct val="0"/>
              </a:spcBef>
              <a:spcAft>
                <a:spcPct val="0"/>
              </a:spcAft>
              <a:buNone/>
            </a:pPr>
            <a:endParaRPr lang="en-US" altLang="en-US" sz="1400" dirty="0"/>
          </a:p>
          <a:p>
            <a:pPr marL="0" lvl="0" indent="0" eaLnBrk="0" fontAlgn="base" hangingPunct="0">
              <a:lnSpc>
                <a:spcPct val="100000"/>
              </a:lnSpc>
              <a:spcBef>
                <a:spcPct val="0"/>
              </a:spcBef>
              <a:spcAft>
                <a:spcPct val="0"/>
              </a:spcAft>
              <a:buNone/>
            </a:pPr>
            <a:endParaRPr lang="en-IN" sz="1400" dirty="0"/>
          </a:p>
        </p:txBody>
      </p:sp>
      <p:sp>
        <p:nvSpPr>
          <p:cNvPr id="5" name="Rectangle 2">
            <a:extLst>
              <a:ext uri="{FF2B5EF4-FFF2-40B4-BE49-F238E27FC236}">
                <a16:creationId xmlns:a16="http://schemas.microsoft.com/office/drawing/2014/main" id="{29CA4D8D-331E-2F3B-C935-3C1D4B062B0C}"/>
              </a:ext>
            </a:extLst>
          </p:cNvPr>
          <p:cNvSpPr>
            <a:spLocks noChangeArrowheads="1"/>
          </p:cNvSpPr>
          <p:nvPr/>
        </p:nvSpPr>
        <p:spPr bwMode="auto">
          <a:xfrm>
            <a:off x="0" y="-184666"/>
            <a:ext cx="3930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454325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8E35E-738D-466A-9074-2488BB50486B}"/>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DC5026F5-E1DD-ECC4-52ED-85B931A5BC9F}"/>
              </a:ext>
            </a:extLst>
          </p:cNvPr>
          <p:cNvSpPr>
            <a:spLocks noGrp="1"/>
          </p:cNvSpPr>
          <p:nvPr>
            <p:ph idx="1"/>
          </p:nvPr>
        </p:nvSpPr>
        <p:spPr/>
        <p:txBody>
          <a:bodyPr/>
          <a:lstStyle/>
          <a:p>
            <a:r>
              <a:rPr lang="en-US" dirty="0"/>
              <a:t>VARIATIONAL AUTOENCODERS</a:t>
            </a:r>
          </a:p>
          <a:p>
            <a:endParaRPr lang="en-US" dirty="0"/>
          </a:p>
        </p:txBody>
      </p:sp>
      <p:pic>
        <p:nvPicPr>
          <p:cNvPr id="5" name="Picture 4">
            <a:extLst>
              <a:ext uri="{FF2B5EF4-FFF2-40B4-BE49-F238E27FC236}">
                <a16:creationId xmlns:a16="http://schemas.microsoft.com/office/drawing/2014/main" id="{1E8E0834-BCF5-EA89-5F82-EBEFDB075C83}"/>
              </a:ext>
            </a:extLst>
          </p:cNvPr>
          <p:cNvPicPr>
            <a:picLocks noChangeAspect="1"/>
          </p:cNvPicPr>
          <p:nvPr/>
        </p:nvPicPr>
        <p:blipFill>
          <a:blip r:embed="rId2"/>
          <a:stretch>
            <a:fillRect/>
          </a:stretch>
        </p:blipFill>
        <p:spPr>
          <a:xfrm>
            <a:off x="2096094" y="2024744"/>
            <a:ext cx="9306384" cy="4265022"/>
          </a:xfrm>
          <a:prstGeom prst="rect">
            <a:avLst/>
          </a:prstGeom>
        </p:spPr>
      </p:pic>
    </p:spTree>
    <p:extLst>
      <p:ext uri="{BB962C8B-B14F-4D97-AF65-F5344CB8AC3E}">
        <p14:creationId xmlns:p14="http://schemas.microsoft.com/office/powerpoint/2010/main" val="3701025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C0BC9-3E7E-876A-6B3B-B541F099EE46}"/>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9CD1AD03-19F6-DA7F-70AF-45BC5EC03DBF}"/>
              </a:ext>
            </a:extLst>
          </p:cNvPr>
          <p:cNvSpPr>
            <a:spLocks noGrp="1"/>
          </p:cNvSpPr>
          <p:nvPr>
            <p:ph idx="1"/>
          </p:nvPr>
        </p:nvSpPr>
        <p:spPr/>
        <p:txBody>
          <a:bodyPr/>
          <a:lstStyle/>
          <a:p>
            <a:r>
              <a:rPr lang="en-US" dirty="0"/>
              <a:t>VARIATIONAL AUTOENCODERS</a:t>
            </a:r>
          </a:p>
          <a:p>
            <a:endParaRPr lang="en-US" dirty="0"/>
          </a:p>
          <a:p>
            <a:endParaRPr lang="en-US" dirty="0"/>
          </a:p>
        </p:txBody>
      </p:sp>
      <p:pic>
        <p:nvPicPr>
          <p:cNvPr id="5" name="Picture 4">
            <a:extLst>
              <a:ext uri="{FF2B5EF4-FFF2-40B4-BE49-F238E27FC236}">
                <a16:creationId xmlns:a16="http://schemas.microsoft.com/office/drawing/2014/main" id="{8D767C18-9A62-0292-15C6-662AC17C37B2}"/>
              </a:ext>
            </a:extLst>
          </p:cNvPr>
          <p:cNvPicPr>
            <a:picLocks noChangeAspect="1"/>
          </p:cNvPicPr>
          <p:nvPr/>
        </p:nvPicPr>
        <p:blipFill>
          <a:blip r:embed="rId2"/>
          <a:stretch>
            <a:fillRect/>
          </a:stretch>
        </p:blipFill>
        <p:spPr>
          <a:xfrm>
            <a:off x="1454264" y="2090453"/>
            <a:ext cx="9736250" cy="4467101"/>
          </a:xfrm>
          <a:prstGeom prst="rect">
            <a:avLst/>
          </a:prstGeom>
        </p:spPr>
      </p:pic>
    </p:spTree>
    <p:extLst>
      <p:ext uri="{BB962C8B-B14F-4D97-AF65-F5344CB8AC3E}">
        <p14:creationId xmlns:p14="http://schemas.microsoft.com/office/powerpoint/2010/main" val="684063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70135-5E09-FE1C-DA63-778E12DBEC36}"/>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8849C814-2CEE-D21A-7771-FCA27C2812FC}"/>
              </a:ext>
            </a:extLst>
          </p:cNvPr>
          <p:cNvSpPr>
            <a:spLocks noGrp="1"/>
          </p:cNvSpPr>
          <p:nvPr>
            <p:ph idx="1"/>
          </p:nvPr>
        </p:nvSpPr>
        <p:spPr/>
        <p:txBody>
          <a:bodyPr/>
          <a:lstStyle/>
          <a:p>
            <a:r>
              <a:rPr lang="en-US" dirty="0"/>
              <a:t>VARIATIONAL AUTOENCODERS</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CF57C371-9818-75DD-C6CF-2FFED68C867B}"/>
              </a:ext>
            </a:extLst>
          </p:cNvPr>
          <p:cNvPicPr>
            <a:picLocks noChangeAspect="1"/>
          </p:cNvPicPr>
          <p:nvPr/>
        </p:nvPicPr>
        <p:blipFill>
          <a:blip r:embed="rId2"/>
          <a:stretch>
            <a:fillRect/>
          </a:stretch>
        </p:blipFill>
        <p:spPr>
          <a:xfrm>
            <a:off x="1512620" y="2065419"/>
            <a:ext cx="9601200" cy="4448591"/>
          </a:xfrm>
          <a:prstGeom prst="rect">
            <a:avLst/>
          </a:prstGeom>
        </p:spPr>
      </p:pic>
    </p:spTree>
    <p:extLst>
      <p:ext uri="{BB962C8B-B14F-4D97-AF65-F5344CB8AC3E}">
        <p14:creationId xmlns:p14="http://schemas.microsoft.com/office/powerpoint/2010/main" val="3957121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BC7CD-D96B-D7FA-5AD7-B50E64FCED10}"/>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75C9EC73-32F2-41C5-D5DC-37A2AC28FBEA}"/>
              </a:ext>
            </a:extLst>
          </p:cNvPr>
          <p:cNvSpPr>
            <a:spLocks noGrp="1"/>
          </p:cNvSpPr>
          <p:nvPr>
            <p:ph idx="1"/>
          </p:nvPr>
        </p:nvSpPr>
        <p:spPr/>
        <p:txBody>
          <a:bodyPr/>
          <a:lstStyle/>
          <a:p>
            <a:r>
              <a:rPr lang="en-US" dirty="0"/>
              <a:t>GAN </a:t>
            </a:r>
          </a:p>
          <a:p>
            <a:endParaRPr lang="en-US" dirty="0"/>
          </a:p>
        </p:txBody>
      </p:sp>
      <p:pic>
        <p:nvPicPr>
          <p:cNvPr id="5" name="Picture 4">
            <a:extLst>
              <a:ext uri="{FF2B5EF4-FFF2-40B4-BE49-F238E27FC236}">
                <a16:creationId xmlns:a16="http://schemas.microsoft.com/office/drawing/2014/main" id="{5D19BEC6-61BB-2FB7-1A06-2ED231B38AE5}"/>
              </a:ext>
            </a:extLst>
          </p:cNvPr>
          <p:cNvPicPr>
            <a:picLocks noChangeAspect="1"/>
          </p:cNvPicPr>
          <p:nvPr/>
        </p:nvPicPr>
        <p:blipFill>
          <a:blip r:embed="rId2"/>
          <a:stretch>
            <a:fillRect/>
          </a:stretch>
        </p:blipFill>
        <p:spPr>
          <a:xfrm>
            <a:off x="1371599" y="2124891"/>
            <a:ext cx="4780585" cy="3492138"/>
          </a:xfrm>
          <a:prstGeom prst="rect">
            <a:avLst/>
          </a:prstGeom>
        </p:spPr>
      </p:pic>
      <p:pic>
        <p:nvPicPr>
          <p:cNvPr id="7" name="Picture 6">
            <a:extLst>
              <a:ext uri="{FF2B5EF4-FFF2-40B4-BE49-F238E27FC236}">
                <a16:creationId xmlns:a16="http://schemas.microsoft.com/office/drawing/2014/main" id="{4FA51A57-22AD-BDA1-D1EE-17EE01EFB819}"/>
              </a:ext>
            </a:extLst>
          </p:cNvPr>
          <p:cNvPicPr>
            <a:picLocks noChangeAspect="1"/>
          </p:cNvPicPr>
          <p:nvPr/>
        </p:nvPicPr>
        <p:blipFill>
          <a:blip r:embed="rId3"/>
          <a:stretch>
            <a:fillRect/>
          </a:stretch>
        </p:blipFill>
        <p:spPr>
          <a:xfrm>
            <a:off x="6391676" y="2124891"/>
            <a:ext cx="5068804" cy="3492137"/>
          </a:xfrm>
          <a:prstGeom prst="rect">
            <a:avLst/>
          </a:prstGeom>
        </p:spPr>
      </p:pic>
    </p:spTree>
    <p:extLst>
      <p:ext uri="{BB962C8B-B14F-4D97-AF65-F5344CB8AC3E}">
        <p14:creationId xmlns:p14="http://schemas.microsoft.com/office/powerpoint/2010/main" val="618608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000C-0A43-3897-6A35-F1F3B9EC67A1}"/>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ED97302E-B4DA-E477-410B-683B486289A3}"/>
              </a:ext>
            </a:extLst>
          </p:cNvPr>
          <p:cNvSpPr>
            <a:spLocks noGrp="1"/>
          </p:cNvSpPr>
          <p:nvPr>
            <p:ph idx="1"/>
          </p:nvPr>
        </p:nvSpPr>
        <p:spPr/>
        <p:txBody>
          <a:bodyPr/>
          <a:lstStyle/>
          <a:p>
            <a:r>
              <a:rPr lang="en-US" dirty="0"/>
              <a:t>GAN </a:t>
            </a:r>
          </a:p>
          <a:p>
            <a:endParaRPr lang="en-US" dirty="0"/>
          </a:p>
        </p:txBody>
      </p:sp>
      <p:pic>
        <p:nvPicPr>
          <p:cNvPr id="5" name="Picture 4">
            <a:extLst>
              <a:ext uri="{FF2B5EF4-FFF2-40B4-BE49-F238E27FC236}">
                <a16:creationId xmlns:a16="http://schemas.microsoft.com/office/drawing/2014/main" id="{BDDAB4DC-B786-9673-A70D-57DADD9B9A4C}"/>
              </a:ext>
            </a:extLst>
          </p:cNvPr>
          <p:cNvPicPr>
            <a:picLocks noChangeAspect="1"/>
          </p:cNvPicPr>
          <p:nvPr/>
        </p:nvPicPr>
        <p:blipFill>
          <a:blip r:embed="rId2"/>
          <a:stretch>
            <a:fillRect/>
          </a:stretch>
        </p:blipFill>
        <p:spPr>
          <a:xfrm>
            <a:off x="1371601" y="2353039"/>
            <a:ext cx="4953000" cy="3274875"/>
          </a:xfrm>
          <a:prstGeom prst="rect">
            <a:avLst/>
          </a:prstGeom>
        </p:spPr>
      </p:pic>
      <p:pic>
        <p:nvPicPr>
          <p:cNvPr id="7" name="Picture 6">
            <a:extLst>
              <a:ext uri="{FF2B5EF4-FFF2-40B4-BE49-F238E27FC236}">
                <a16:creationId xmlns:a16="http://schemas.microsoft.com/office/drawing/2014/main" id="{277507EB-69F0-75AD-58B6-EB39D189BF6D}"/>
              </a:ext>
            </a:extLst>
          </p:cNvPr>
          <p:cNvPicPr>
            <a:picLocks noChangeAspect="1"/>
          </p:cNvPicPr>
          <p:nvPr/>
        </p:nvPicPr>
        <p:blipFill>
          <a:blip r:embed="rId3"/>
          <a:stretch>
            <a:fillRect/>
          </a:stretch>
        </p:blipFill>
        <p:spPr>
          <a:xfrm>
            <a:off x="6491331" y="2353039"/>
            <a:ext cx="5238279" cy="3274875"/>
          </a:xfrm>
          <a:prstGeom prst="rect">
            <a:avLst/>
          </a:prstGeom>
        </p:spPr>
      </p:pic>
    </p:spTree>
    <p:extLst>
      <p:ext uri="{BB962C8B-B14F-4D97-AF65-F5344CB8AC3E}">
        <p14:creationId xmlns:p14="http://schemas.microsoft.com/office/powerpoint/2010/main" val="2465876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03326-F3B3-303A-3B3A-F279D537D90C}"/>
              </a:ext>
            </a:extLst>
          </p:cNvPr>
          <p:cNvSpPr>
            <a:spLocks noGrp="1"/>
          </p:cNvSpPr>
          <p:nvPr>
            <p:ph type="title"/>
          </p:nvPr>
        </p:nvSpPr>
        <p:spPr/>
        <p:txBody>
          <a:bodyPr/>
          <a:lstStyle/>
          <a:p>
            <a:r>
              <a:rPr lang="en-US" dirty="0"/>
              <a:t>100% IMPLEMENTATION WITH RESULTS</a:t>
            </a:r>
          </a:p>
        </p:txBody>
      </p:sp>
      <p:sp>
        <p:nvSpPr>
          <p:cNvPr id="7" name="Content Placeholder 6">
            <a:extLst>
              <a:ext uri="{FF2B5EF4-FFF2-40B4-BE49-F238E27FC236}">
                <a16:creationId xmlns:a16="http://schemas.microsoft.com/office/drawing/2014/main" id="{35DE7F97-A51F-0185-A17B-5BD4D616F920}"/>
              </a:ext>
            </a:extLst>
          </p:cNvPr>
          <p:cNvSpPr>
            <a:spLocks noGrp="1"/>
          </p:cNvSpPr>
          <p:nvPr>
            <p:ph idx="1"/>
          </p:nvPr>
        </p:nvSpPr>
        <p:spPr/>
        <p:txBody>
          <a:bodyPr/>
          <a:lstStyle/>
          <a:p>
            <a:r>
              <a:rPr lang="en-US" dirty="0"/>
              <a:t>GAN </a:t>
            </a:r>
          </a:p>
          <a:p>
            <a:endParaRPr lang="en-US" dirty="0"/>
          </a:p>
          <a:p>
            <a:endParaRPr lang="en-US" dirty="0"/>
          </a:p>
        </p:txBody>
      </p:sp>
      <p:pic>
        <p:nvPicPr>
          <p:cNvPr id="9" name="Picture 8">
            <a:extLst>
              <a:ext uri="{FF2B5EF4-FFF2-40B4-BE49-F238E27FC236}">
                <a16:creationId xmlns:a16="http://schemas.microsoft.com/office/drawing/2014/main" id="{222528E9-F3CA-99F4-8AF4-2E3174ABFE96}"/>
              </a:ext>
            </a:extLst>
          </p:cNvPr>
          <p:cNvPicPr>
            <a:picLocks noChangeAspect="1"/>
          </p:cNvPicPr>
          <p:nvPr/>
        </p:nvPicPr>
        <p:blipFill>
          <a:blip r:embed="rId2"/>
          <a:stretch>
            <a:fillRect/>
          </a:stretch>
        </p:blipFill>
        <p:spPr>
          <a:xfrm>
            <a:off x="2333897" y="2129111"/>
            <a:ext cx="7707086" cy="3947385"/>
          </a:xfrm>
          <a:prstGeom prst="rect">
            <a:avLst/>
          </a:prstGeom>
        </p:spPr>
      </p:pic>
    </p:spTree>
    <p:extLst>
      <p:ext uri="{BB962C8B-B14F-4D97-AF65-F5344CB8AC3E}">
        <p14:creationId xmlns:p14="http://schemas.microsoft.com/office/powerpoint/2010/main" val="3133794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337D-CA82-48D2-F71D-F5859FB45574}"/>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0452924C-F92F-885E-23C4-49F8DA05CB57}"/>
              </a:ext>
            </a:extLst>
          </p:cNvPr>
          <p:cNvSpPr>
            <a:spLocks noGrp="1"/>
          </p:cNvSpPr>
          <p:nvPr>
            <p:ph idx="1"/>
          </p:nvPr>
        </p:nvSpPr>
        <p:spPr/>
        <p:txBody>
          <a:bodyPr/>
          <a:lstStyle/>
          <a:p>
            <a:r>
              <a:rPr lang="en-US" dirty="0"/>
              <a:t>GRU</a:t>
            </a:r>
          </a:p>
          <a:p>
            <a:endParaRPr lang="en-US" dirty="0"/>
          </a:p>
        </p:txBody>
      </p:sp>
      <p:pic>
        <p:nvPicPr>
          <p:cNvPr id="5" name="Picture 4" descr="A screenshot of a computer&#10;&#10;Description automatically generated">
            <a:extLst>
              <a:ext uri="{FF2B5EF4-FFF2-40B4-BE49-F238E27FC236}">
                <a16:creationId xmlns:a16="http://schemas.microsoft.com/office/drawing/2014/main" id="{4CA3DE7C-007E-B36B-95EE-99225787E556}"/>
              </a:ext>
            </a:extLst>
          </p:cNvPr>
          <p:cNvPicPr>
            <a:picLocks noChangeAspect="1"/>
          </p:cNvPicPr>
          <p:nvPr/>
        </p:nvPicPr>
        <p:blipFill>
          <a:blip r:embed="rId2"/>
          <a:stretch>
            <a:fillRect/>
          </a:stretch>
        </p:blipFill>
        <p:spPr>
          <a:xfrm>
            <a:off x="2181497" y="1953170"/>
            <a:ext cx="8469085" cy="4427218"/>
          </a:xfrm>
          <a:prstGeom prst="rect">
            <a:avLst/>
          </a:prstGeom>
        </p:spPr>
      </p:pic>
    </p:spTree>
    <p:extLst>
      <p:ext uri="{BB962C8B-B14F-4D97-AF65-F5344CB8AC3E}">
        <p14:creationId xmlns:p14="http://schemas.microsoft.com/office/powerpoint/2010/main" val="3113148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7AF4B-4462-E4EC-9387-2D7F8005BC2F}"/>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D579A6CA-972E-F7EF-B3D2-94C4BC32B67D}"/>
              </a:ext>
            </a:extLst>
          </p:cNvPr>
          <p:cNvSpPr>
            <a:spLocks noGrp="1"/>
          </p:cNvSpPr>
          <p:nvPr>
            <p:ph idx="1"/>
          </p:nvPr>
        </p:nvSpPr>
        <p:spPr/>
        <p:txBody>
          <a:bodyPr/>
          <a:lstStyle/>
          <a:p>
            <a:r>
              <a:rPr lang="en-US" dirty="0"/>
              <a:t>GRU</a:t>
            </a:r>
          </a:p>
          <a:p>
            <a:endParaRPr lang="en-US" dirty="0"/>
          </a:p>
        </p:txBody>
      </p:sp>
      <p:pic>
        <p:nvPicPr>
          <p:cNvPr id="7" name="Picture 6" descr="A black and white screen with white text&#10;&#10;Description automatically generated">
            <a:extLst>
              <a:ext uri="{FF2B5EF4-FFF2-40B4-BE49-F238E27FC236}">
                <a16:creationId xmlns:a16="http://schemas.microsoft.com/office/drawing/2014/main" id="{5652043C-B55A-79A2-E004-F681CE19F2BC}"/>
              </a:ext>
            </a:extLst>
          </p:cNvPr>
          <p:cNvPicPr>
            <a:picLocks noChangeAspect="1"/>
          </p:cNvPicPr>
          <p:nvPr/>
        </p:nvPicPr>
        <p:blipFill>
          <a:blip r:embed="rId2"/>
          <a:stretch>
            <a:fillRect/>
          </a:stretch>
        </p:blipFill>
        <p:spPr>
          <a:xfrm>
            <a:off x="2542904" y="2015007"/>
            <a:ext cx="7286896" cy="4059221"/>
          </a:xfrm>
          <a:prstGeom prst="rect">
            <a:avLst/>
          </a:prstGeom>
        </p:spPr>
      </p:pic>
    </p:spTree>
    <p:extLst>
      <p:ext uri="{BB962C8B-B14F-4D97-AF65-F5344CB8AC3E}">
        <p14:creationId xmlns:p14="http://schemas.microsoft.com/office/powerpoint/2010/main" val="1482498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3A715-D5F8-12FB-3D21-2BBECC0CEAF5}"/>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B46B3DD6-741C-3067-8792-3B1D9B49514F}"/>
              </a:ext>
            </a:extLst>
          </p:cNvPr>
          <p:cNvSpPr>
            <a:spLocks noGrp="1"/>
          </p:cNvSpPr>
          <p:nvPr>
            <p:ph idx="1"/>
          </p:nvPr>
        </p:nvSpPr>
        <p:spPr/>
        <p:txBody>
          <a:bodyPr/>
          <a:lstStyle/>
          <a:p>
            <a:r>
              <a:rPr lang="en-US" dirty="0"/>
              <a:t>GRU</a:t>
            </a:r>
          </a:p>
          <a:p>
            <a:endParaRPr lang="en-US" dirty="0"/>
          </a:p>
          <a:p>
            <a:endParaRPr lang="en-US" dirty="0"/>
          </a:p>
        </p:txBody>
      </p:sp>
      <p:pic>
        <p:nvPicPr>
          <p:cNvPr id="5" name="Picture 4" descr="A graph of a train loss&#10;&#10;Description automatically generated with medium confidence">
            <a:extLst>
              <a:ext uri="{FF2B5EF4-FFF2-40B4-BE49-F238E27FC236}">
                <a16:creationId xmlns:a16="http://schemas.microsoft.com/office/drawing/2014/main" id="{50E11C23-A96A-007A-1EC7-2CDC3F79DBC9}"/>
              </a:ext>
            </a:extLst>
          </p:cNvPr>
          <p:cNvPicPr>
            <a:picLocks noChangeAspect="1"/>
          </p:cNvPicPr>
          <p:nvPr/>
        </p:nvPicPr>
        <p:blipFill>
          <a:blip r:embed="rId2"/>
          <a:stretch>
            <a:fillRect/>
          </a:stretch>
        </p:blipFill>
        <p:spPr>
          <a:xfrm>
            <a:off x="1645920" y="2322468"/>
            <a:ext cx="9772009" cy="3756116"/>
          </a:xfrm>
          <a:prstGeom prst="rect">
            <a:avLst/>
          </a:prstGeom>
        </p:spPr>
      </p:pic>
    </p:spTree>
    <p:extLst>
      <p:ext uri="{BB962C8B-B14F-4D97-AF65-F5344CB8AC3E}">
        <p14:creationId xmlns:p14="http://schemas.microsoft.com/office/powerpoint/2010/main" val="2450612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0DFED-3B77-F1A1-8BCB-2A3C73C3D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38D62-1A63-3F7E-809F-530BE18EFD15}"/>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B27CC447-5BF5-A895-1A60-901BF49DBCC7}"/>
              </a:ext>
            </a:extLst>
          </p:cNvPr>
          <p:cNvSpPr>
            <a:spLocks noGrp="1"/>
          </p:cNvSpPr>
          <p:nvPr>
            <p:ph idx="1"/>
          </p:nvPr>
        </p:nvSpPr>
        <p:spPr/>
        <p:txBody>
          <a:bodyPr/>
          <a:lstStyle/>
          <a:p>
            <a:r>
              <a:rPr lang="en-US" dirty="0"/>
              <a:t>TRANSFORMERS</a:t>
            </a:r>
          </a:p>
          <a:p>
            <a:endParaRPr lang="en-US" dirty="0"/>
          </a:p>
          <a:p>
            <a:endParaRPr lang="en-US" dirty="0"/>
          </a:p>
        </p:txBody>
      </p:sp>
      <p:pic>
        <p:nvPicPr>
          <p:cNvPr id="6" name="Picture 5">
            <a:extLst>
              <a:ext uri="{FF2B5EF4-FFF2-40B4-BE49-F238E27FC236}">
                <a16:creationId xmlns:a16="http://schemas.microsoft.com/office/drawing/2014/main" id="{45AA0A84-6621-31AF-2315-55FA1E4F3A9D}"/>
              </a:ext>
            </a:extLst>
          </p:cNvPr>
          <p:cNvPicPr>
            <a:picLocks noChangeAspect="1"/>
          </p:cNvPicPr>
          <p:nvPr/>
        </p:nvPicPr>
        <p:blipFill>
          <a:blip r:embed="rId2"/>
          <a:stretch>
            <a:fillRect/>
          </a:stretch>
        </p:blipFill>
        <p:spPr>
          <a:xfrm>
            <a:off x="1744201" y="2201294"/>
            <a:ext cx="4067086" cy="3666106"/>
          </a:xfrm>
          <a:prstGeom prst="rect">
            <a:avLst/>
          </a:prstGeom>
        </p:spPr>
      </p:pic>
      <p:pic>
        <p:nvPicPr>
          <p:cNvPr id="8" name="Picture 7">
            <a:extLst>
              <a:ext uri="{FF2B5EF4-FFF2-40B4-BE49-F238E27FC236}">
                <a16:creationId xmlns:a16="http://schemas.microsoft.com/office/drawing/2014/main" id="{C0F2AF91-53B2-009F-033A-274B0F172178}"/>
              </a:ext>
            </a:extLst>
          </p:cNvPr>
          <p:cNvPicPr>
            <a:picLocks noChangeAspect="1"/>
          </p:cNvPicPr>
          <p:nvPr/>
        </p:nvPicPr>
        <p:blipFill>
          <a:blip r:embed="rId3"/>
          <a:stretch>
            <a:fillRect/>
          </a:stretch>
        </p:blipFill>
        <p:spPr>
          <a:xfrm>
            <a:off x="6096000" y="1820803"/>
            <a:ext cx="5387807" cy="4351397"/>
          </a:xfrm>
          <a:prstGeom prst="rect">
            <a:avLst/>
          </a:prstGeom>
        </p:spPr>
      </p:pic>
    </p:spTree>
    <p:extLst>
      <p:ext uri="{BB962C8B-B14F-4D97-AF65-F5344CB8AC3E}">
        <p14:creationId xmlns:p14="http://schemas.microsoft.com/office/powerpoint/2010/main" val="2483737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A59E0-DFE0-AAEE-5D8F-B3438B359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0C1F0-C933-7DE0-B92F-702459C7E442}"/>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29B50DE5-BFE1-BD26-8D86-12FA25C13CA1}"/>
              </a:ext>
            </a:extLst>
          </p:cNvPr>
          <p:cNvSpPr>
            <a:spLocks noGrp="1"/>
          </p:cNvSpPr>
          <p:nvPr>
            <p:ph idx="1"/>
          </p:nvPr>
        </p:nvSpPr>
        <p:spPr/>
        <p:txBody>
          <a:bodyPr/>
          <a:lstStyle/>
          <a:p>
            <a:r>
              <a:rPr lang="en-US" dirty="0"/>
              <a:t>TRANSFORMERS</a:t>
            </a:r>
          </a:p>
          <a:p>
            <a:endParaRPr lang="en-US" dirty="0"/>
          </a:p>
          <a:p>
            <a:endParaRPr lang="en-US" dirty="0"/>
          </a:p>
        </p:txBody>
      </p:sp>
      <p:pic>
        <p:nvPicPr>
          <p:cNvPr id="5" name="Picture 4">
            <a:extLst>
              <a:ext uri="{FF2B5EF4-FFF2-40B4-BE49-F238E27FC236}">
                <a16:creationId xmlns:a16="http://schemas.microsoft.com/office/drawing/2014/main" id="{F33E9148-68ED-665D-C506-E73863C7A5B6}"/>
              </a:ext>
            </a:extLst>
          </p:cNvPr>
          <p:cNvPicPr>
            <a:picLocks noChangeAspect="1"/>
          </p:cNvPicPr>
          <p:nvPr/>
        </p:nvPicPr>
        <p:blipFill>
          <a:blip r:embed="rId2"/>
          <a:stretch>
            <a:fillRect/>
          </a:stretch>
        </p:blipFill>
        <p:spPr>
          <a:xfrm>
            <a:off x="1743110" y="1961544"/>
            <a:ext cx="5237794" cy="4558468"/>
          </a:xfrm>
          <a:prstGeom prst="rect">
            <a:avLst/>
          </a:prstGeom>
        </p:spPr>
      </p:pic>
    </p:spTree>
    <p:extLst>
      <p:ext uri="{BB962C8B-B14F-4D97-AF65-F5344CB8AC3E}">
        <p14:creationId xmlns:p14="http://schemas.microsoft.com/office/powerpoint/2010/main" val="2859407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1C464-4164-6B8A-A953-F8D9D4129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D9275-8964-A85B-DF41-1864CFC6451A}"/>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9A9B4D6B-09E2-157C-1E3B-E65F50B42292}"/>
              </a:ext>
            </a:extLst>
          </p:cNvPr>
          <p:cNvSpPr>
            <a:spLocks noGrp="1"/>
          </p:cNvSpPr>
          <p:nvPr>
            <p:ph idx="1"/>
          </p:nvPr>
        </p:nvSpPr>
        <p:spPr/>
        <p:txBody>
          <a:bodyPr/>
          <a:lstStyle/>
          <a:p>
            <a:r>
              <a:rPr lang="en-US" dirty="0"/>
              <a:t>TRANSFORMERS</a:t>
            </a:r>
          </a:p>
          <a:p>
            <a:endParaRPr lang="en-US" dirty="0"/>
          </a:p>
          <a:p>
            <a:endParaRPr lang="en-US" dirty="0"/>
          </a:p>
        </p:txBody>
      </p:sp>
      <p:pic>
        <p:nvPicPr>
          <p:cNvPr id="6" name="Picture 5">
            <a:extLst>
              <a:ext uri="{FF2B5EF4-FFF2-40B4-BE49-F238E27FC236}">
                <a16:creationId xmlns:a16="http://schemas.microsoft.com/office/drawing/2014/main" id="{B90D0692-6939-54C1-6ADC-6AB3313F6919}"/>
              </a:ext>
            </a:extLst>
          </p:cNvPr>
          <p:cNvPicPr>
            <a:picLocks noChangeAspect="1"/>
          </p:cNvPicPr>
          <p:nvPr/>
        </p:nvPicPr>
        <p:blipFill>
          <a:blip r:embed="rId2"/>
          <a:stretch>
            <a:fillRect/>
          </a:stretch>
        </p:blipFill>
        <p:spPr>
          <a:xfrm>
            <a:off x="2811707" y="1901086"/>
            <a:ext cx="6568585" cy="4588204"/>
          </a:xfrm>
          <a:prstGeom prst="rect">
            <a:avLst/>
          </a:prstGeom>
        </p:spPr>
      </p:pic>
    </p:spTree>
    <p:extLst>
      <p:ext uri="{BB962C8B-B14F-4D97-AF65-F5344CB8AC3E}">
        <p14:creationId xmlns:p14="http://schemas.microsoft.com/office/powerpoint/2010/main" val="855312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FBAD8-FEE3-3412-8E33-E040F3B76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5CBD0-C2B0-2717-72CC-032C0EFC0CD6}"/>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31776A22-C35F-CA2A-AD8B-831A4B284C94}"/>
              </a:ext>
            </a:extLst>
          </p:cNvPr>
          <p:cNvSpPr>
            <a:spLocks noGrp="1"/>
          </p:cNvSpPr>
          <p:nvPr>
            <p:ph idx="1"/>
          </p:nvPr>
        </p:nvSpPr>
        <p:spPr/>
        <p:txBody>
          <a:bodyPr/>
          <a:lstStyle/>
          <a:p>
            <a:r>
              <a:rPr lang="en-US" dirty="0"/>
              <a:t>DIFFUSION MODEL</a:t>
            </a:r>
          </a:p>
          <a:p>
            <a:pPr marL="0" indent="0">
              <a:buNone/>
            </a:pPr>
            <a:endParaRPr lang="en-US" dirty="0"/>
          </a:p>
          <a:p>
            <a:endParaRPr lang="en-US" dirty="0"/>
          </a:p>
        </p:txBody>
      </p:sp>
      <p:pic>
        <p:nvPicPr>
          <p:cNvPr id="5" name="Picture 4">
            <a:extLst>
              <a:ext uri="{FF2B5EF4-FFF2-40B4-BE49-F238E27FC236}">
                <a16:creationId xmlns:a16="http://schemas.microsoft.com/office/drawing/2014/main" id="{BA249CC7-F601-337C-F75D-C73BDBE2E11D}"/>
              </a:ext>
            </a:extLst>
          </p:cNvPr>
          <p:cNvPicPr>
            <a:picLocks noChangeAspect="1"/>
          </p:cNvPicPr>
          <p:nvPr/>
        </p:nvPicPr>
        <p:blipFill>
          <a:blip r:embed="rId2"/>
          <a:stretch>
            <a:fillRect/>
          </a:stretch>
        </p:blipFill>
        <p:spPr>
          <a:xfrm>
            <a:off x="1812948" y="2080175"/>
            <a:ext cx="4646846" cy="4222302"/>
          </a:xfrm>
          <a:prstGeom prst="rect">
            <a:avLst/>
          </a:prstGeom>
        </p:spPr>
      </p:pic>
      <p:pic>
        <p:nvPicPr>
          <p:cNvPr id="8" name="Picture 7">
            <a:extLst>
              <a:ext uri="{FF2B5EF4-FFF2-40B4-BE49-F238E27FC236}">
                <a16:creationId xmlns:a16="http://schemas.microsoft.com/office/drawing/2014/main" id="{3EF08DE4-E49A-A5A9-15AF-33B0FBCB3787}"/>
              </a:ext>
            </a:extLst>
          </p:cNvPr>
          <p:cNvPicPr>
            <a:picLocks noChangeAspect="1"/>
          </p:cNvPicPr>
          <p:nvPr/>
        </p:nvPicPr>
        <p:blipFill>
          <a:blip r:embed="rId3"/>
          <a:stretch>
            <a:fillRect/>
          </a:stretch>
        </p:blipFill>
        <p:spPr>
          <a:xfrm>
            <a:off x="7070234" y="2080175"/>
            <a:ext cx="4079547" cy="938328"/>
          </a:xfrm>
          <a:prstGeom prst="rect">
            <a:avLst/>
          </a:prstGeom>
        </p:spPr>
      </p:pic>
      <p:pic>
        <p:nvPicPr>
          <p:cNvPr id="10" name="Picture 9">
            <a:extLst>
              <a:ext uri="{FF2B5EF4-FFF2-40B4-BE49-F238E27FC236}">
                <a16:creationId xmlns:a16="http://schemas.microsoft.com/office/drawing/2014/main" id="{F6F3F137-FE3D-84F0-E3A2-95ACC17BEF0A}"/>
              </a:ext>
            </a:extLst>
          </p:cNvPr>
          <p:cNvPicPr>
            <a:picLocks noChangeAspect="1"/>
          </p:cNvPicPr>
          <p:nvPr/>
        </p:nvPicPr>
        <p:blipFill>
          <a:blip r:embed="rId4"/>
          <a:stretch>
            <a:fillRect/>
          </a:stretch>
        </p:blipFill>
        <p:spPr>
          <a:xfrm>
            <a:off x="7070234" y="3416501"/>
            <a:ext cx="4079546" cy="785222"/>
          </a:xfrm>
          <a:prstGeom prst="rect">
            <a:avLst/>
          </a:prstGeom>
        </p:spPr>
      </p:pic>
    </p:spTree>
    <p:extLst>
      <p:ext uri="{BB962C8B-B14F-4D97-AF65-F5344CB8AC3E}">
        <p14:creationId xmlns:p14="http://schemas.microsoft.com/office/powerpoint/2010/main" val="37281695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F721F-2AD6-9A1C-41C9-D18D2857B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68CE7-828B-B225-7A4C-27252013F628}"/>
              </a:ext>
            </a:extLst>
          </p:cNvPr>
          <p:cNvSpPr>
            <a:spLocks noGrp="1"/>
          </p:cNvSpPr>
          <p:nvPr>
            <p:ph type="title"/>
          </p:nvPr>
        </p:nvSpPr>
        <p:spPr/>
        <p:txBody>
          <a:bodyPr/>
          <a:lstStyle/>
          <a:p>
            <a:r>
              <a:rPr lang="en-US" dirty="0"/>
              <a:t>100% IMPLEMENTATION WITH RESULTS</a:t>
            </a:r>
          </a:p>
        </p:txBody>
      </p:sp>
      <p:sp>
        <p:nvSpPr>
          <p:cNvPr id="3" name="Content Placeholder 2">
            <a:extLst>
              <a:ext uri="{FF2B5EF4-FFF2-40B4-BE49-F238E27FC236}">
                <a16:creationId xmlns:a16="http://schemas.microsoft.com/office/drawing/2014/main" id="{C61CB61A-F78A-0560-1BC9-9304F4140DE7}"/>
              </a:ext>
            </a:extLst>
          </p:cNvPr>
          <p:cNvSpPr>
            <a:spLocks noGrp="1"/>
          </p:cNvSpPr>
          <p:nvPr>
            <p:ph idx="1"/>
          </p:nvPr>
        </p:nvSpPr>
        <p:spPr/>
        <p:txBody>
          <a:bodyPr/>
          <a:lstStyle/>
          <a:p>
            <a:r>
              <a:rPr lang="en-US" dirty="0"/>
              <a:t>DIFFUSION MODEL</a:t>
            </a:r>
          </a:p>
          <a:p>
            <a:pPr marL="0" indent="0">
              <a:buNone/>
            </a:pPr>
            <a:endParaRPr lang="en-US" dirty="0"/>
          </a:p>
        </p:txBody>
      </p:sp>
      <p:pic>
        <p:nvPicPr>
          <p:cNvPr id="6" name="Picture 5">
            <a:extLst>
              <a:ext uri="{FF2B5EF4-FFF2-40B4-BE49-F238E27FC236}">
                <a16:creationId xmlns:a16="http://schemas.microsoft.com/office/drawing/2014/main" id="{38F0D8EA-57FE-51E0-4868-72FB086AC59D}"/>
              </a:ext>
            </a:extLst>
          </p:cNvPr>
          <p:cNvPicPr>
            <a:picLocks noChangeAspect="1"/>
          </p:cNvPicPr>
          <p:nvPr/>
        </p:nvPicPr>
        <p:blipFill>
          <a:blip r:embed="rId2"/>
          <a:stretch>
            <a:fillRect/>
          </a:stretch>
        </p:blipFill>
        <p:spPr>
          <a:xfrm>
            <a:off x="1610174" y="2180037"/>
            <a:ext cx="6530936" cy="4097283"/>
          </a:xfrm>
          <a:prstGeom prst="rect">
            <a:avLst/>
          </a:prstGeom>
        </p:spPr>
      </p:pic>
    </p:spTree>
    <p:extLst>
      <p:ext uri="{BB962C8B-B14F-4D97-AF65-F5344CB8AC3E}">
        <p14:creationId xmlns:p14="http://schemas.microsoft.com/office/powerpoint/2010/main" val="11890944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85520-1B6B-93DB-8C31-DD00ACB352D4}"/>
              </a:ext>
            </a:extLst>
          </p:cNvPr>
          <p:cNvSpPr>
            <a:spLocks noGrp="1"/>
          </p:cNvSpPr>
          <p:nvPr>
            <p:ph type="title"/>
          </p:nvPr>
        </p:nvSpPr>
        <p:spPr/>
        <p:txBody>
          <a:bodyPr/>
          <a:lstStyle/>
          <a:p>
            <a:r>
              <a:rPr lang="en-US" dirty="0"/>
              <a:t>OUTPUT GENERATED</a:t>
            </a:r>
          </a:p>
        </p:txBody>
      </p:sp>
      <p:sp>
        <p:nvSpPr>
          <p:cNvPr id="3" name="Content Placeholder 2">
            <a:extLst>
              <a:ext uri="{FF2B5EF4-FFF2-40B4-BE49-F238E27FC236}">
                <a16:creationId xmlns:a16="http://schemas.microsoft.com/office/drawing/2014/main" id="{72428256-115E-0726-9CBF-1DA5E03AC1B0}"/>
              </a:ext>
            </a:extLst>
          </p:cNvPr>
          <p:cNvSpPr>
            <a:spLocks noGrp="1"/>
          </p:cNvSpPr>
          <p:nvPr>
            <p:ph idx="1"/>
          </p:nvPr>
        </p:nvSpPr>
        <p:spPr>
          <a:xfrm>
            <a:off x="1371600" y="1484671"/>
            <a:ext cx="9601200" cy="5152103"/>
          </a:xfrm>
        </p:spPr>
        <p:txBody>
          <a:bodyPr/>
          <a:lstStyle/>
          <a:p>
            <a:r>
              <a:rPr lang="en-US" dirty="0"/>
              <a:t>GRU</a:t>
            </a:r>
          </a:p>
          <a:p>
            <a:endParaRPr lang="en-US" dirty="0"/>
          </a:p>
          <a:p>
            <a:pPr marL="0" indent="0">
              <a:buNone/>
            </a:pPr>
            <a:endParaRPr lang="en-US" dirty="0"/>
          </a:p>
          <a:p>
            <a:r>
              <a:rPr lang="en-US" dirty="0"/>
              <a:t>GAN</a:t>
            </a:r>
          </a:p>
          <a:p>
            <a:pPr marL="0" indent="0">
              <a:buNone/>
            </a:pPr>
            <a:endParaRPr lang="en-US" dirty="0"/>
          </a:p>
          <a:p>
            <a:pPr marL="0" indent="0">
              <a:buNone/>
            </a:pPr>
            <a:endParaRPr lang="en-US" dirty="0"/>
          </a:p>
          <a:p>
            <a:r>
              <a:rPr lang="en-US" dirty="0"/>
              <a:t>VAE                     </a:t>
            </a:r>
          </a:p>
          <a:p>
            <a:endParaRPr lang="en-US" dirty="0"/>
          </a:p>
        </p:txBody>
      </p:sp>
      <p:pic>
        <p:nvPicPr>
          <p:cNvPr id="4" name="generated_music_30s">
            <a:hlinkClick r:id="" action="ppaction://media"/>
            <a:extLst>
              <a:ext uri="{FF2B5EF4-FFF2-40B4-BE49-F238E27FC236}">
                <a16:creationId xmlns:a16="http://schemas.microsoft.com/office/drawing/2014/main" id="{0072628D-4650-55AC-DF5B-330AF52C79C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5254010" y="1484671"/>
            <a:ext cx="487363" cy="487363"/>
          </a:xfrm>
          <a:prstGeom prst="rect">
            <a:avLst/>
          </a:prstGeom>
        </p:spPr>
      </p:pic>
      <p:pic>
        <p:nvPicPr>
          <p:cNvPr id="5" name="generated_rnn_sequence (1)">
            <a:hlinkClick r:id="" action="ppaction://media"/>
            <a:extLst>
              <a:ext uri="{FF2B5EF4-FFF2-40B4-BE49-F238E27FC236}">
                <a16:creationId xmlns:a16="http://schemas.microsoft.com/office/drawing/2014/main" id="{5D13FB03-CF0E-8D95-1375-8782F4CD5EC9}"/>
              </a:ext>
            </a:extLst>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5254010" y="2941637"/>
            <a:ext cx="487363" cy="487363"/>
          </a:xfrm>
          <a:prstGeom prst="rect">
            <a:avLst/>
          </a:prstGeom>
        </p:spPr>
      </p:pic>
      <p:pic>
        <p:nvPicPr>
          <p:cNvPr id="6" name="generated_music (2)">
            <a:hlinkClick r:id="" action="ppaction://media"/>
            <a:extLst>
              <a:ext uri="{FF2B5EF4-FFF2-40B4-BE49-F238E27FC236}">
                <a16:creationId xmlns:a16="http://schemas.microsoft.com/office/drawing/2014/main" id="{586BB6A7-F442-313C-780D-3F86E4461491}"/>
              </a:ext>
            </a:extLst>
          </p:cNvPr>
          <p:cNvPicPr>
            <a:picLocks noChangeAspect="1"/>
          </p:cNvPicPr>
          <p:nvPr>
            <a:audioFile r:link="rId6"/>
            <p:extLst>
              <p:ext uri="{DAA4B4D4-6D71-4841-9C94-3DE7FCFB9230}">
                <p14:media xmlns:p14="http://schemas.microsoft.com/office/powerpoint/2010/main" r:embed="rId5"/>
              </p:ext>
            </p:extLst>
          </p:nvPr>
        </p:nvPicPr>
        <p:blipFill>
          <a:blip r:embed="rId8"/>
          <a:stretch>
            <a:fillRect/>
          </a:stretch>
        </p:blipFill>
        <p:spPr>
          <a:xfrm>
            <a:off x="5254009" y="4398604"/>
            <a:ext cx="487363" cy="487363"/>
          </a:xfrm>
          <a:prstGeom prst="rect">
            <a:avLst/>
          </a:prstGeom>
        </p:spPr>
      </p:pic>
    </p:spTree>
    <p:extLst>
      <p:ext uri="{BB962C8B-B14F-4D97-AF65-F5344CB8AC3E}">
        <p14:creationId xmlns:p14="http://schemas.microsoft.com/office/powerpoint/2010/main" val="215289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0000"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9000"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600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p:cTn id="15" fill="hold" display="0">
                  <p:stCondLst>
                    <p:cond delay="indefinite"/>
                  </p:stCondLst>
                  <p:endCondLst>
                    <p:cond evt="onStopAudio" delay="0">
                      <p:tgtEl>
                        <p:sldTgt/>
                      </p:tgtEl>
                    </p:cond>
                  </p:endCondLst>
                </p:cTn>
                <p:tgtEl>
                  <p:spTgt spid="4"/>
                </p:tgtEl>
              </p:cMediaNode>
            </p:audio>
            <p:audio>
              <p:cMediaNode vol="80000">
                <p:cTn id="16" fill="hold" display="0">
                  <p:stCondLst>
                    <p:cond delay="indefinite"/>
                  </p:stCondLst>
                  <p:endCondLst>
                    <p:cond evt="onStopAudio" delay="0">
                      <p:tgtEl>
                        <p:sldTgt/>
                      </p:tgtEl>
                    </p:cond>
                  </p:endCondLst>
                </p:cTn>
                <p:tgtEl>
                  <p:spTgt spid="5"/>
                </p:tgtEl>
              </p:cMediaNode>
            </p:audio>
            <p:audio>
              <p:cMediaNode vol="80000">
                <p:cTn id="17" fill="hold" display="0">
                  <p:stCondLst>
                    <p:cond delay="indefinite"/>
                  </p:stCondLst>
                  <p:endCondLst>
                    <p:cond evt="onStopAudio" delay="0">
                      <p:tgtEl>
                        <p:sldTgt/>
                      </p:tgtEl>
                    </p:cond>
                  </p:endCondLst>
                </p:cTn>
                <p:tgtEl>
                  <p:spTgt spid="6"/>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85520-1B6B-93DB-8C31-DD00ACB352D4}"/>
              </a:ext>
            </a:extLst>
          </p:cNvPr>
          <p:cNvSpPr>
            <a:spLocks noGrp="1"/>
          </p:cNvSpPr>
          <p:nvPr>
            <p:ph type="title"/>
          </p:nvPr>
        </p:nvSpPr>
        <p:spPr/>
        <p:txBody>
          <a:bodyPr/>
          <a:lstStyle/>
          <a:p>
            <a:r>
              <a:rPr lang="en-US" dirty="0"/>
              <a:t>OUTPUT GENERATED</a:t>
            </a:r>
          </a:p>
        </p:txBody>
      </p:sp>
      <p:sp>
        <p:nvSpPr>
          <p:cNvPr id="3" name="Content Placeholder 2">
            <a:extLst>
              <a:ext uri="{FF2B5EF4-FFF2-40B4-BE49-F238E27FC236}">
                <a16:creationId xmlns:a16="http://schemas.microsoft.com/office/drawing/2014/main" id="{72428256-115E-0726-9CBF-1DA5E03AC1B0}"/>
              </a:ext>
            </a:extLst>
          </p:cNvPr>
          <p:cNvSpPr>
            <a:spLocks noGrp="1"/>
          </p:cNvSpPr>
          <p:nvPr>
            <p:ph idx="1"/>
          </p:nvPr>
        </p:nvSpPr>
        <p:spPr>
          <a:xfrm>
            <a:off x="1371600" y="1484671"/>
            <a:ext cx="9601200" cy="5152103"/>
          </a:xfrm>
        </p:spPr>
        <p:txBody>
          <a:bodyPr/>
          <a:lstStyle/>
          <a:p>
            <a:r>
              <a:rPr lang="en-US" dirty="0"/>
              <a:t>OpenAI Jukebox</a:t>
            </a:r>
          </a:p>
          <a:p>
            <a:endParaRPr lang="en-US" dirty="0"/>
          </a:p>
          <a:p>
            <a:pPr marL="0" indent="0">
              <a:buNone/>
            </a:pPr>
            <a:endParaRPr lang="en-US" dirty="0"/>
          </a:p>
          <a:p>
            <a:r>
              <a:rPr lang="en-US" dirty="0"/>
              <a:t>Transformers  </a:t>
            </a:r>
          </a:p>
          <a:p>
            <a:pPr marL="0" indent="0">
              <a:buNone/>
            </a:pPr>
            <a:endParaRPr lang="en-US" dirty="0"/>
          </a:p>
          <a:p>
            <a:pPr marL="0" indent="0">
              <a:buNone/>
            </a:pPr>
            <a:endParaRPr lang="en-US" dirty="0"/>
          </a:p>
          <a:p>
            <a:r>
              <a:rPr lang="en-US" dirty="0"/>
              <a:t>Diffusion models                     </a:t>
            </a:r>
          </a:p>
          <a:p>
            <a:endParaRPr lang="en-US" dirty="0"/>
          </a:p>
        </p:txBody>
      </p:sp>
      <p:pic>
        <p:nvPicPr>
          <p:cNvPr id="6" name="generated_pokemon_music">
            <a:hlinkClick r:id="" action="ppaction://media"/>
            <a:extLst>
              <a:ext uri="{FF2B5EF4-FFF2-40B4-BE49-F238E27FC236}">
                <a16:creationId xmlns:a16="http://schemas.microsoft.com/office/drawing/2014/main" id="{00FD4F39-3362-DFD9-8AF4-2B2ECDA02C42}"/>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5450655" y="2941637"/>
            <a:ext cx="487363" cy="487363"/>
          </a:xfrm>
          <a:prstGeom prst="rect">
            <a:avLst/>
          </a:prstGeom>
        </p:spPr>
      </p:pic>
      <p:pic>
        <p:nvPicPr>
          <p:cNvPr id="7" name="diverse_music">
            <a:hlinkClick r:id="" action="ppaction://media"/>
            <a:extLst>
              <a:ext uri="{FF2B5EF4-FFF2-40B4-BE49-F238E27FC236}">
                <a16:creationId xmlns:a16="http://schemas.microsoft.com/office/drawing/2014/main" id="{27347DCD-D43F-3BC5-5AFC-72DD4D7E0958}"/>
              </a:ext>
            </a:extLst>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5450655" y="4398603"/>
            <a:ext cx="487363" cy="487363"/>
          </a:xfrm>
          <a:prstGeom prst="rect">
            <a:avLst/>
          </a:prstGeom>
        </p:spPr>
      </p:pic>
      <p:pic>
        <p:nvPicPr>
          <p:cNvPr id="8" name="OpenAI">
            <a:hlinkClick r:id="" action="ppaction://media"/>
            <a:extLst>
              <a:ext uri="{FF2B5EF4-FFF2-40B4-BE49-F238E27FC236}">
                <a16:creationId xmlns:a16="http://schemas.microsoft.com/office/drawing/2014/main" id="{9C6925A2-A632-D488-EC77-6F6D16B71D94}"/>
              </a:ext>
            </a:extLst>
          </p:cNvPr>
          <p:cNvPicPr>
            <a:picLocks noChangeAspect="1"/>
          </p:cNvPicPr>
          <p:nvPr>
            <a:audioFile r:link="rId6"/>
            <p:extLst>
              <p:ext uri="{DAA4B4D4-6D71-4841-9C94-3DE7FCFB9230}">
                <p14:media xmlns:p14="http://schemas.microsoft.com/office/powerpoint/2010/main" r:embed="rId5"/>
              </p:ext>
            </p:extLst>
          </p:nvPr>
        </p:nvPicPr>
        <p:blipFill>
          <a:blip r:embed="rId8"/>
          <a:stretch>
            <a:fillRect/>
          </a:stretch>
        </p:blipFill>
        <p:spPr>
          <a:xfrm>
            <a:off x="5450654" y="1550372"/>
            <a:ext cx="487363" cy="487363"/>
          </a:xfrm>
          <a:prstGeom prst="rect">
            <a:avLst/>
          </a:prstGeom>
        </p:spPr>
      </p:pic>
    </p:spTree>
    <p:extLst>
      <p:ext uri="{BB962C8B-B14F-4D97-AF65-F5344CB8AC3E}">
        <p14:creationId xmlns:p14="http://schemas.microsoft.com/office/powerpoint/2010/main" val="34656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9000"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61000" fill="hold"/>
                                        <p:tgtEl>
                                          <p:spTgt spid="7"/>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6686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6"/>
                </p:tgtEl>
              </p:cMediaNode>
            </p:audio>
            <p:audio>
              <p:cMediaNode vol="80000">
                <p:cTn id="16" fill="hold" display="0">
                  <p:stCondLst>
                    <p:cond delay="indefinite"/>
                  </p:stCondLst>
                  <p:endCondLst>
                    <p:cond evt="onStopAudio" delay="0">
                      <p:tgtEl>
                        <p:sldTgt/>
                      </p:tgtEl>
                    </p:cond>
                  </p:endCondLst>
                </p:cTn>
                <p:tgtEl>
                  <p:spTgt spid="7"/>
                </p:tgtEl>
              </p:cMediaNode>
            </p:audio>
            <p:audio>
              <p:cMediaNode vol="80000">
                <p:cTn id="17" fill="hold" display="0">
                  <p:stCondLst>
                    <p:cond delay="indefinite"/>
                  </p:stCondLst>
                  <p:endCondLst>
                    <p:cond evt="onStopAudio" delay="0">
                      <p:tgtEl>
                        <p:sldTgt/>
                      </p:tgtEl>
                    </p:cond>
                  </p:endCondLst>
                </p:cTn>
                <p:tgtEl>
                  <p:spTgt spid="8"/>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4867-785A-E765-B045-07EF4A009B7B}"/>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DB34B017-67D2-A012-8499-15B46D2FDBA3}"/>
              </a:ext>
            </a:extLst>
          </p:cNvPr>
          <p:cNvSpPr>
            <a:spLocks noGrp="1"/>
          </p:cNvSpPr>
          <p:nvPr>
            <p:ph idx="1"/>
          </p:nvPr>
        </p:nvSpPr>
        <p:spPr/>
        <p:txBody>
          <a:bodyPr/>
          <a:lstStyle/>
          <a:p>
            <a:r>
              <a:rPr lang="en-US" sz="1600" b="1" dirty="0"/>
              <a:t>Comparative Model Evaluation:</a:t>
            </a:r>
            <a:endParaRPr lang="en-US" sz="1600" dirty="0"/>
          </a:p>
          <a:p>
            <a:pPr>
              <a:buFont typeface="Arial" panose="020B0604020202020204" pitchFamily="34" charset="0"/>
              <a:buChar char="•"/>
            </a:pPr>
            <a:r>
              <a:rPr lang="en-US" sz="1600" dirty="0"/>
              <a:t>The project is </a:t>
            </a:r>
            <a:r>
              <a:rPr lang="en-US" sz="1600" b="1" dirty="0"/>
              <a:t>comparing six AI models</a:t>
            </a:r>
            <a:r>
              <a:rPr lang="en-US" sz="1600" dirty="0"/>
              <a:t>:</a:t>
            </a:r>
          </a:p>
          <a:p>
            <a:pPr marL="742950" lvl="1" indent="-285750">
              <a:buFont typeface="Arial" panose="020B0604020202020204" pitchFamily="34" charset="0"/>
              <a:buChar char="•"/>
            </a:pPr>
            <a:r>
              <a:rPr lang="en-US" sz="1600" b="1" dirty="0"/>
              <a:t>Generative Adversarial Networks (GANs)</a:t>
            </a:r>
            <a:r>
              <a:rPr lang="en-US" sz="1600" dirty="0"/>
              <a:t>: These models use an adversarial process where a generator creates music and a discriminator evaluates it. This cycle improves the quality of generated music, but it might struggle with maintaining long-term coherence.</a:t>
            </a:r>
          </a:p>
          <a:p>
            <a:pPr marL="742950" lvl="1" indent="-285750">
              <a:buFont typeface="Arial" panose="020B0604020202020204" pitchFamily="34" charset="0"/>
              <a:buChar char="•"/>
            </a:pPr>
            <a:r>
              <a:rPr lang="en-US" sz="1600" b="1" dirty="0"/>
              <a:t>Gated Recurrent Units (GRUs)</a:t>
            </a:r>
            <a:r>
              <a:rPr lang="en-US" sz="1600" dirty="0"/>
              <a:t>: These are a type of recurrent neural network (RNN) designed to model sequential data like music. GRUs are good at capturing </a:t>
            </a:r>
            <a:r>
              <a:rPr lang="en-US" sz="1600" b="1" dirty="0"/>
              <a:t>temporal flow</a:t>
            </a:r>
            <a:r>
              <a:rPr lang="en-US" sz="1600" dirty="0"/>
              <a:t> in music, but may face challenges in producing diverse variations or creative, novel outputs.</a:t>
            </a:r>
          </a:p>
          <a:p>
            <a:pPr marL="742950" lvl="1" indent="-285750">
              <a:buFont typeface="Arial" panose="020B0604020202020204" pitchFamily="34" charset="0"/>
              <a:buChar char="•"/>
            </a:pPr>
            <a:r>
              <a:rPr lang="en-US" sz="1600" b="1" dirty="0"/>
              <a:t>Variational Autoencoders (VAEs)</a:t>
            </a:r>
            <a:r>
              <a:rPr lang="en-US" sz="1600" dirty="0"/>
              <a:t>: These models are used to generate diverse music by learning a continuous latent space. VAEs allow for creative variations but might lack long-term musical coherence or structure.</a:t>
            </a:r>
          </a:p>
          <a:p>
            <a:pPr marL="742950" lvl="1" indent="-285750">
              <a:buFont typeface="Arial" panose="020B0604020202020204" pitchFamily="34" charset="0"/>
              <a:buChar char="•"/>
            </a:pPr>
            <a:r>
              <a:rPr lang="en-US" sz="1600" b="1" dirty="0"/>
              <a:t>OpenAI’s Jukebox</a:t>
            </a:r>
            <a:r>
              <a:rPr lang="en-US" sz="1600" dirty="0"/>
              <a:t>: Jukebox uses </a:t>
            </a:r>
            <a:r>
              <a:rPr lang="en-US" sz="1600" b="1" dirty="0"/>
              <a:t>transformers</a:t>
            </a:r>
            <a:r>
              <a:rPr lang="en-US" sz="1600" dirty="0"/>
              <a:t>, a type of deep learning architecture that excels at handling long-range dependencies. It is capable of generating high-fidelity music, including vocals, across various genres, but might be computationally intensive.</a:t>
            </a:r>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a:p>
          <a:p>
            <a:pPr marL="0" indent="0">
              <a:buNone/>
            </a:pPr>
            <a:endParaRPr lang="en-US" sz="1600" dirty="0"/>
          </a:p>
          <a:p>
            <a:endParaRPr lang="en-US" dirty="0"/>
          </a:p>
        </p:txBody>
      </p:sp>
    </p:spTree>
    <p:extLst>
      <p:ext uri="{BB962C8B-B14F-4D97-AF65-F5344CB8AC3E}">
        <p14:creationId xmlns:p14="http://schemas.microsoft.com/office/powerpoint/2010/main" val="2542943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2FC12-E3AB-1DC5-C8B4-EC1EB93A3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11C3A-DA8D-003B-658F-55444AABB421}"/>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D305CAF2-62B2-5307-00F8-64F4BF97C4DA}"/>
              </a:ext>
            </a:extLst>
          </p:cNvPr>
          <p:cNvSpPr>
            <a:spLocks noGrp="1"/>
          </p:cNvSpPr>
          <p:nvPr>
            <p:ph idx="1"/>
          </p:nvPr>
        </p:nvSpPr>
        <p:spPr/>
        <p:txBody>
          <a:bodyPr/>
          <a:lstStyle/>
          <a:p>
            <a:pPr marL="457200" lvl="1" indent="0">
              <a:buNone/>
            </a:pPr>
            <a:endParaRPr lang="en-US" sz="1600" dirty="0"/>
          </a:p>
          <a:p>
            <a:r>
              <a:rPr lang="en-US" sz="1600" b="1" i="1" dirty="0"/>
              <a:t>Transformers:</a:t>
            </a:r>
            <a:r>
              <a:rPr lang="en-US" sz="1200" dirty="0"/>
              <a:t> </a:t>
            </a:r>
            <a:r>
              <a:rPr lang="en-US" sz="1600" i="1" dirty="0"/>
              <a:t>These models are highly effective in handling long-range dependencies, making them well-suited for music generation. Transformers utilize a self-attention mechanism that enables them to capture intricate musical patterns and maintain coherence over long compositions. They excel in generating structured, coherent sequences but can require substantial computational resources, especially for lengthy compositions.</a:t>
            </a:r>
          </a:p>
          <a:p>
            <a:r>
              <a:rPr lang="en-US" sz="1600" b="1" i="1" dirty="0"/>
              <a:t>Diffusion Models</a:t>
            </a:r>
            <a:r>
              <a:rPr lang="en-US" sz="1200" dirty="0"/>
              <a:t>: </a:t>
            </a:r>
            <a:r>
              <a:rPr lang="en-US" sz="1600" i="1" dirty="0"/>
              <a:t>Diffusion models generate music by gradually refining a noisy signal into a coherent composition through iterative denoising steps. This process allows for precise control over the generated output, potentially producing unique and intricate sounds. Diffusion models are powerful for creating high-quality, realistic audio; however, they may be slower to train and generate music due to the iterative refinement process.</a:t>
            </a:r>
          </a:p>
          <a:p>
            <a:pPr marL="742950" lvl="1" indent="-285750">
              <a:buFont typeface="Arial" panose="020B0604020202020204" pitchFamily="34" charset="0"/>
              <a:buChar char="•"/>
            </a:pPr>
            <a:endParaRPr lang="en-US" sz="1600" dirty="0"/>
          </a:p>
          <a:p>
            <a:endParaRPr lang="en-US" dirty="0"/>
          </a:p>
        </p:txBody>
      </p:sp>
    </p:spTree>
    <p:extLst>
      <p:ext uri="{BB962C8B-B14F-4D97-AF65-F5344CB8AC3E}">
        <p14:creationId xmlns:p14="http://schemas.microsoft.com/office/powerpoint/2010/main" val="35395349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3290E-F6D5-9E2F-6C28-E62C4D0F01AD}"/>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80C8D04F-E70C-10FF-955E-8C7577A6140B}"/>
              </a:ext>
            </a:extLst>
          </p:cNvPr>
          <p:cNvSpPr>
            <a:spLocks noGrp="1"/>
          </p:cNvSpPr>
          <p:nvPr>
            <p:ph idx="1"/>
          </p:nvPr>
        </p:nvSpPr>
        <p:spPr/>
        <p:txBody>
          <a:bodyPr/>
          <a:lstStyle/>
          <a:p>
            <a:r>
              <a:rPr lang="en-US" sz="1600" b="1" dirty="0"/>
              <a:t>Metrics for Evaluation:</a:t>
            </a:r>
            <a:r>
              <a:rPr lang="en-US" sz="1600" dirty="0"/>
              <a:t> The models’ outputs will be evaluated based on both </a:t>
            </a:r>
            <a:r>
              <a:rPr lang="en-US" sz="1600" b="1" dirty="0"/>
              <a:t>objective metrics</a:t>
            </a:r>
            <a:r>
              <a:rPr lang="en-US" sz="1600" dirty="0"/>
              <a:t> and </a:t>
            </a:r>
            <a:r>
              <a:rPr lang="en-US" sz="1600" b="1" dirty="0"/>
              <a:t>subjective assessments</a:t>
            </a:r>
            <a:r>
              <a:rPr lang="en-US" sz="1600" dirty="0"/>
              <a:t>:</a:t>
            </a:r>
          </a:p>
          <a:p>
            <a:pPr>
              <a:buFont typeface="Arial" panose="020B0604020202020204" pitchFamily="34" charset="0"/>
              <a:buChar char="•"/>
            </a:pPr>
            <a:r>
              <a:rPr lang="en-US" sz="1600" b="1" dirty="0"/>
              <a:t>Harmonicity</a:t>
            </a:r>
            <a:r>
              <a:rPr lang="en-US" sz="1600" dirty="0"/>
              <a:t>: How musically correct or pleasant the generated music is in terms of harmony (e.g., chord progressions).</a:t>
            </a:r>
          </a:p>
          <a:p>
            <a:pPr>
              <a:buFont typeface="Arial" panose="020B0604020202020204" pitchFamily="34" charset="0"/>
              <a:buChar char="•"/>
            </a:pPr>
            <a:r>
              <a:rPr lang="en-US" sz="1600" b="1" dirty="0"/>
              <a:t>Rhythmic Consistency</a:t>
            </a:r>
            <a:r>
              <a:rPr lang="en-US" sz="1600" dirty="0"/>
              <a:t>: The timing and rhythm of the music, ensuring it flows smoothly and maintains consistent beats.</a:t>
            </a:r>
          </a:p>
          <a:p>
            <a:pPr>
              <a:buFont typeface="Arial" panose="020B0604020202020204" pitchFamily="34" charset="0"/>
              <a:buChar char="•"/>
            </a:pPr>
            <a:r>
              <a:rPr lang="en-US" sz="1600" b="1" dirty="0"/>
              <a:t>Novelty</a:t>
            </a:r>
            <a:r>
              <a:rPr lang="en-US" sz="1600" dirty="0"/>
              <a:t>: The originality or creativity in the music generation—how well the model avoids repetitive or formulaic compositions.</a:t>
            </a:r>
          </a:p>
          <a:p>
            <a:pPr>
              <a:buFont typeface="Arial" panose="020B0604020202020204" pitchFamily="34" charset="0"/>
              <a:buChar char="•"/>
            </a:pPr>
            <a:r>
              <a:rPr lang="en-US" sz="1600" b="1" dirty="0"/>
              <a:t>Coherence</a:t>
            </a:r>
            <a:r>
              <a:rPr lang="en-US" sz="1600" dirty="0"/>
              <a:t>: The ability of the model to generate compositions that make sense from a musical standpoint, without abrupt transitions or inconsistencies.</a:t>
            </a:r>
          </a:p>
          <a:p>
            <a:pPr>
              <a:buFont typeface="Arial" panose="020B0604020202020204" pitchFamily="34" charset="0"/>
              <a:buChar char="•"/>
            </a:pPr>
            <a:r>
              <a:rPr lang="en-US" sz="1600" b="1" dirty="0"/>
              <a:t>Subjective Human Assessment</a:t>
            </a:r>
            <a:r>
              <a:rPr lang="en-US" sz="1600" dirty="0"/>
              <a:t>: User feedback, which will be critical in evaluating the </a:t>
            </a:r>
            <a:r>
              <a:rPr lang="en-US" sz="1600" b="1" dirty="0"/>
              <a:t>perceived quality</a:t>
            </a:r>
            <a:r>
              <a:rPr lang="en-US" sz="1600" dirty="0"/>
              <a:t> and enjoyment of the generated music.</a:t>
            </a:r>
          </a:p>
          <a:p>
            <a:endParaRPr lang="en-US" dirty="0"/>
          </a:p>
        </p:txBody>
      </p:sp>
    </p:spTree>
    <p:extLst>
      <p:ext uri="{BB962C8B-B14F-4D97-AF65-F5344CB8AC3E}">
        <p14:creationId xmlns:p14="http://schemas.microsoft.com/office/powerpoint/2010/main" val="14977187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1A7D9-70EB-EE68-741F-2F8359FCCD64}"/>
              </a:ext>
            </a:extLst>
          </p:cNvPr>
          <p:cNvSpPr>
            <a:spLocks noGrp="1"/>
          </p:cNvSpPr>
          <p:nvPr>
            <p:ph type="title"/>
          </p:nvPr>
        </p:nvSpPr>
        <p:spPr/>
        <p:txBody>
          <a:bodyPr/>
          <a:lstStyle/>
          <a:p>
            <a:r>
              <a:rPr lang="en-US" dirty="0"/>
              <a:t>INTERPRETATION</a:t>
            </a:r>
          </a:p>
        </p:txBody>
      </p:sp>
      <p:sp>
        <p:nvSpPr>
          <p:cNvPr id="13" name="Rectangle 1">
            <a:extLst>
              <a:ext uri="{FF2B5EF4-FFF2-40B4-BE49-F238E27FC236}">
                <a16:creationId xmlns:a16="http://schemas.microsoft.com/office/drawing/2014/main" id="{8BA71083-67B9-DE3C-0F4C-D03558C3CE6B}"/>
              </a:ext>
            </a:extLst>
          </p:cNvPr>
          <p:cNvSpPr>
            <a:spLocks noGrp="1" noChangeArrowheads="1"/>
          </p:cNvSpPr>
          <p:nvPr>
            <p:ph idx="1"/>
          </p:nvPr>
        </p:nvSpPr>
        <p:spPr bwMode="auto">
          <a:xfrm>
            <a:off x="1371600" y="1635180"/>
            <a:ext cx="96012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b="1" dirty="0">
                <a:ea typeface="+mj-ea"/>
                <a:cs typeface="+mj-cs"/>
              </a:rPr>
              <a:t>Attention Mechanism</a:t>
            </a:r>
            <a:r>
              <a:rPr lang="en-US" altLang="en-US" sz="1600" dirty="0">
                <a:ea typeface="+mj-ea"/>
                <a:cs typeface="+mj-cs"/>
              </a:rPr>
              <a:t>: The self-attention layers in Transformers allow the model to focus on different parts of a musical sequence, making it possible to retain a sense of structure and progression, essential for harmonicity and coherence.</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600" dirty="0">
              <a:ea typeface="+mj-ea"/>
              <a:cs typeface="+mj-cs"/>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b="1" dirty="0">
                <a:ea typeface="+mj-ea"/>
                <a:cs typeface="+mj-cs"/>
              </a:rPr>
              <a:t>Handling Long Sequences</a:t>
            </a:r>
            <a:r>
              <a:rPr lang="en-US" altLang="en-US" sz="1600" dirty="0">
                <a:ea typeface="+mj-ea"/>
                <a:cs typeface="+mj-cs"/>
              </a:rPr>
              <a:t>: Transformers can generate music over extended sequences while maintaining rhythmic consistency, which is crucial in producing coherent musical phrases.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ea typeface="+mj-ea"/>
              <a:cs typeface="+mj-cs"/>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b="1" dirty="0">
                <a:ea typeface="+mj-ea"/>
                <a:cs typeface="+mj-cs"/>
              </a:rPr>
              <a:t>Denoising Process</a:t>
            </a:r>
            <a:r>
              <a:rPr lang="en-US" altLang="en-US" sz="1600" dirty="0">
                <a:ea typeface="+mj-ea"/>
                <a:cs typeface="+mj-cs"/>
              </a:rPr>
              <a:t>: Diffusion models add noise to an input signal and learn to reverse this process. This iterative refinement can yield highly detailed and novel musical outputs, potentially enhancing the Novelty metric by creating unique, less formulaic compositions.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b="1" dirty="0">
              <a:ea typeface="+mj-ea"/>
              <a:cs typeface="+mj-cs"/>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b="1" dirty="0">
                <a:ea typeface="+mj-ea"/>
                <a:cs typeface="+mj-cs"/>
              </a:rPr>
              <a:t>Audio Synthesis Potential</a:t>
            </a:r>
            <a:r>
              <a:rPr lang="en-US" altLang="en-US" sz="1600" dirty="0">
                <a:ea typeface="+mj-ea"/>
                <a:cs typeface="+mj-cs"/>
              </a:rPr>
              <a:t>: Diffusion models excel at producing high-quality audio directly, making them effective for generating realistic sound textures that adhere to harmonicity.</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600" b="1" dirty="0">
              <a:ea typeface="+mj-ea"/>
              <a:cs typeface="+mj-cs"/>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b="1" dirty="0">
                <a:ea typeface="+mj-ea"/>
                <a:cs typeface="+mj-cs"/>
              </a:rPr>
              <a:t>Control and Conditioning</a:t>
            </a:r>
            <a:r>
              <a:rPr lang="en-US" altLang="en-US" sz="1600" dirty="0">
                <a:ea typeface="+mj-ea"/>
                <a:cs typeface="+mj-cs"/>
              </a:rPr>
              <a:t>: Diffusion models can be conditioned on specific features, such as genre or emotion, enabling more targeted music generation that aligns with user preferences, thus improving subjective human assessment.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ea typeface="+mj-ea"/>
              <a:cs typeface="+mj-cs"/>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ea typeface="+mj-ea"/>
              <a:cs typeface="+mj-cs"/>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ea typeface="+mj-ea"/>
              <a:cs typeface="+mj-cs"/>
            </a:endParaRPr>
          </a:p>
        </p:txBody>
      </p:sp>
    </p:spTree>
    <p:extLst>
      <p:ext uri="{BB962C8B-B14F-4D97-AF65-F5344CB8AC3E}">
        <p14:creationId xmlns:p14="http://schemas.microsoft.com/office/powerpoint/2010/main" val="2477327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C93E-7B55-E7AB-D2FA-0C24A4EA2B85}"/>
              </a:ext>
            </a:extLst>
          </p:cNvPr>
          <p:cNvSpPr>
            <a:spLocks noGrp="1"/>
          </p:cNvSpPr>
          <p:nvPr>
            <p:ph type="title"/>
          </p:nvPr>
        </p:nvSpPr>
        <p:spPr>
          <a:xfrm>
            <a:off x="1371600" y="630493"/>
            <a:ext cx="9601200" cy="720213"/>
          </a:xfrm>
        </p:spPr>
        <p:txBody>
          <a:bodyPr/>
          <a:lstStyle/>
          <a:p>
            <a:r>
              <a:rPr lang="en-US" dirty="0"/>
              <a:t>CONCLUSION</a:t>
            </a:r>
          </a:p>
        </p:txBody>
      </p:sp>
      <p:sp>
        <p:nvSpPr>
          <p:cNvPr id="3" name="Content Placeholder 2">
            <a:extLst>
              <a:ext uri="{FF2B5EF4-FFF2-40B4-BE49-F238E27FC236}">
                <a16:creationId xmlns:a16="http://schemas.microsoft.com/office/drawing/2014/main" id="{FD68A6B8-8664-DF57-E1EA-0862AC2E51D3}"/>
              </a:ext>
            </a:extLst>
          </p:cNvPr>
          <p:cNvSpPr>
            <a:spLocks noGrp="1"/>
          </p:cNvSpPr>
          <p:nvPr>
            <p:ph idx="1"/>
          </p:nvPr>
        </p:nvSpPr>
        <p:spPr/>
        <p:txBody>
          <a:bodyPr/>
          <a:lstStyle/>
          <a:p>
            <a:pPr>
              <a:buFont typeface="Arial" panose="020B0604020202020204" pitchFamily="34" charset="0"/>
              <a:buChar char="•"/>
            </a:pPr>
            <a:endParaRPr lang="en-US" sz="1600" dirty="0"/>
          </a:p>
          <a:p>
            <a:endParaRPr lang="en-US" dirty="0"/>
          </a:p>
        </p:txBody>
      </p:sp>
      <p:sp>
        <p:nvSpPr>
          <p:cNvPr id="5" name="TextBox 4">
            <a:extLst>
              <a:ext uri="{FF2B5EF4-FFF2-40B4-BE49-F238E27FC236}">
                <a16:creationId xmlns:a16="http://schemas.microsoft.com/office/drawing/2014/main" id="{24CD04E1-8CC1-E91F-C7D9-2205C02DF5A4}"/>
              </a:ext>
            </a:extLst>
          </p:cNvPr>
          <p:cNvSpPr txBox="1"/>
          <p:nvPr/>
        </p:nvSpPr>
        <p:spPr>
          <a:xfrm>
            <a:off x="1371601" y="1553497"/>
            <a:ext cx="9601199" cy="4770537"/>
          </a:xfrm>
          <a:prstGeom prst="rect">
            <a:avLst/>
          </a:prstGeom>
          <a:noFill/>
        </p:spPr>
        <p:txBody>
          <a:bodyPr wrap="square">
            <a:spAutoFit/>
          </a:bodyPr>
          <a:lstStyle/>
          <a:p>
            <a:r>
              <a:rPr lang="en-US" sz="1600" dirty="0">
                <a:solidFill>
                  <a:schemeClr val="tx2"/>
                </a:solidFill>
              </a:rPr>
              <a:t>In conclusion, various AI models—GRUs, GANs, VAEs, OpenAI’s Jukebox, Transformers, and Diffusion models—each offer unique strengths and limitations for music generation. GRUs excel at capturing temporal sequences, making them effective for maintaining rhythm and flow but limited in generating diverse and novel outputs. GANs, through their adversarial process, produce high-quality music but can struggle with long-term coherence. VAEs allow for creativity and variation by exploring a continuous latent space, though they may lack structural consistency over extended sequences.</a:t>
            </a:r>
          </a:p>
          <a:p>
            <a:endParaRPr lang="en-US" sz="1600" dirty="0">
              <a:solidFill>
                <a:schemeClr val="tx2"/>
              </a:solidFill>
            </a:endParaRPr>
          </a:p>
          <a:p>
            <a:r>
              <a:rPr lang="en-US" sz="1600" dirty="0">
                <a:solidFill>
                  <a:schemeClr val="tx2"/>
                </a:solidFill>
              </a:rPr>
              <a:t>OpenAI's Jukebox, leveraging transformers, demonstrates an impressive ability to capture long-range dependencies and create genre-specific music, including vocals, though at a high computational cost. Transformers themselves, with their self-attention mechanism, are highly capable of modeling intricate patterns and maintaining coherence across long compositions, making them suitable for structured musical pieces. Finally, Diffusion models stand out for their ability to generate realistic and high-quality audio through iterative refinement, offering fine control over the output but requiring more time for training and generation.</a:t>
            </a:r>
          </a:p>
          <a:p>
            <a:endParaRPr lang="en-US" sz="1600" dirty="0">
              <a:solidFill>
                <a:schemeClr val="tx2"/>
              </a:solidFill>
            </a:endParaRPr>
          </a:p>
          <a:p>
            <a:r>
              <a:rPr lang="en-US" sz="1600" dirty="0">
                <a:solidFill>
                  <a:schemeClr val="tx2"/>
                </a:solidFill>
              </a:rPr>
              <a:t>Ultimately, each model brings unique capabilities to the field of AI music generation. The choice of model should be guided by the specific requirements of the project—whether it’s coherence, creativity, fidelity, or computational efficiency. Combining these approaches or applying them to different stages of the creative process could open up new avenues for innovative and high-quality AI-generated music.</a:t>
            </a:r>
          </a:p>
        </p:txBody>
      </p:sp>
    </p:spTree>
    <p:extLst>
      <p:ext uri="{BB962C8B-B14F-4D97-AF65-F5344CB8AC3E}">
        <p14:creationId xmlns:p14="http://schemas.microsoft.com/office/powerpoint/2010/main" val="14247528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6BCB-161F-5C51-140A-187D32CB0A2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3EECE059-0DD5-9EB6-B6A5-9910EF757731}"/>
              </a:ext>
            </a:extLst>
          </p:cNvPr>
          <p:cNvSpPr>
            <a:spLocks noGrp="1"/>
          </p:cNvSpPr>
          <p:nvPr>
            <p:ph idx="1"/>
          </p:nvPr>
        </p:nvSpPr>
        <p:spPr>
          <a:xfrm>
            <a:off x="1371600" y="1484671"/>
            <a:ext cx="9601200" cy="5004619"/>
          </a:xfrm>
        </p:spPr>
        <p:txBody>
          <a:bodyPr/>
          <a:lstStyle/>
          <a:p>
            <a:r>
              <a:rPr lang="en-US" sz="1800" i="1" dirty="0"/>
              <a:t>"A Survey on Generative Adversarial Networks for Music Generation"</a:t>
            </a:r>
            <a:r>
              <a:rPr lang="en-US" sz="1800" dirty="0"/>
              <a:t> by Yang, J., et al. (2020) - arXiv:2001.05094</a:t>
            </a:r>
          </a:p>
          <a:p>
            <a:r>
              <a:rPr lang="en-US" sz="1800" b="1" dirty="0"/>
              <a:t>Website:</a:t>
            </a:r>
            <a:r>
              <a:rPr lang="en-US" sz="1800" dirty="0"/>
              <a:t> Magenta by Google - Magenta is a popular open-source project by Google that explores machine learning techniques, including GANs, for music generation. </a:t>
            </a:r>
          </a:p>
          <a:p>
            <a:r>
              <a:rPr lang="en-US" sz="1800" b="1" dirty="0"/>
              <a:t>Paper:</a:t>
            </a:r>
            <a:r>
              <a:rPr lang="en-US" sz="1800" dirty="0"/>
              <a:t> </a:t>
            </a:r>
            <a:r>
              <a:rPr lang="en-US" sz="1800" i="1" dirty="0"/>
              <a:t>"Generating Music with Recurrent Neural Networks"</a:t>
            </a:r>
            <a:r>
              <a:rPr lang="en-US" sz="1800" dirty="0"/>
              <a:t> by Graves, A. (2013) - </a:t>
            </a:r>
            <a:r>
              <a:rPr lang="en-US" sz="1800" dirty="0">
                <a:hlinkClick r:id="rId3"/>
              </a:rPr>
              <a:t>arXiv:1303.2524</a:t>
            </a:r>
            <a:endParaRPr lang="en-US" sz="1800" dirty="0"/>
          </a:p>
          <a:p>
            <a:r>
              <a:rPr lang="en-US" sz="1800" b="1" dirty="0"/>
              <a:t>Website:</a:t>
            </a:r>
            <a:r>
              <a:rPr lang="en-US" sz="1800" dirty="0"/>
              <a:t> </a:t>
            </a:r>
            <a:r>
              <a:rPr lang="en-US" sz="1800" dirty="0">
                <a:hlinkClick r:id="rId4"/>
              </a:rPr>
              <a:t>OpenAI Jukebox: Music and Lyrics Generation using Deep Neural Networks</a:t>
            </a:r>
            <a:r>
              <a:rPr lang="en-US" sz="1800" dirty="0"/>
              <a:t> - While focused on Jukebox, OpenAI's approach also references recurrent network architectures, which can help contextualize GRU-based models in music generation.</a:t>
            </a:r>
          </a:p>
          <a:p>
            <a:r>
              <a:rPr lang="en-US" sz="1800" i="1" dirty="0"/>
              <a:t>"A Hierarchical Variational Autoencoder for Generating Musical Scores"</a:t>
            </a:r>
            <a:r>
              <a:rPr lang="en-US" sz="1800" dirty="0"/>
              <a:t> by Roberts, A., et al. (2018) - </a:t>
            </a:r>
            <a:r>
              <a:rPr lang="en-US" sz="1800" b="1" dirty="0"/>
              <a:t>Link:</a:t>
            </a:r>
            <a:r>
              <a:rPr lang="en-US" sz="1800" dirty="0"/>
              <a:t> </a:t>
            </a:r>
            <a:r>
              <a:rPr lang="en-US" sz="1800" dirty="0">
                <a:hlinkClick r:id="rId5"/>
              </a:rPr>
              <a:t>arXiv:1803.05220</a:t>
            </a:r>
            <a:endParaRPr lang="en-US" sz="1800" dirty="0"/>
          </a:p>
          <a:p>
            <a:r>
              <a:rPr lang="en-US" sz="1800" i="1" dirty="0"/>
              <a:t>[3] J. </a:t>
            </a:r>
            <a:r>
              <a:rPr lang="en-US" sz="1800" i="1" dirty="0" err="1"/>
              <a:t>Dhariwal</a:t>
            </a:r>
            <a:r>
              <a:rPr lang="en-US" sz="1800" i="1" dirty="0"/>
              <a:t>, H. Jun, C. Payne, P. Kim, A. Radford, and I. </a:t>
            </a:r>
            <a:r>
              <a:rPr lang="en-US" sz="1800" i="1" dirty="0" err="1"/>
              <a:t>Sutskever</a:t>
            </a:r>
            <a:r>
              <a:rPr lang="en-US" sz="1800" i="1" dirty="0"/>
              <a:t>, "Jukebox: A Generative Model for Music," OpenAI Blog, Apr. 2020. Available: </a:t>
            </a:r>
            <a:r>
              <a:rPr lang="en-US" sz="1800" i="1" dirty="0">
                <a:hlinkClick r:id="rId6">
                  <a:extLst>
                    <a:ext uri="{A12FA001-AC4F-418D-AE19-62706E023703}">
                      <ahyp:hlinkClr xmlns:ahyp="http://schemas.microsoft.com/office/drawing/2018/hyperlinkcolor" val="tx"/>
                    </a:ext>
                  </a:extLst>
                </a:hlinkClick>
              </a:rPr>
              <a:t>https://www.openai.com/blog/jukebox</a:t>
            </a:r>
            <a:r>
              <a:rPr lang="en-US" sz="1800" i="1" dirty="0"/>
              <a:t>.</a:t>
            </a:r>
          </a:p>
          <a:p>
            <a:r>
              <a:rPr lang="en-US" sz="1400" b="1" dirty="0"/>
              <a:t>Website:</a:t>
            </a:r>
            <a:r>
              <a:rPr lang="en-US" sz="1400" dirty="0"/>
              <a:t> Magenta: </a:t>
            </a:r>
            <a:r>
              <a:rPr lang="en-US" sz="1400" dirty="0" err="1"/>
              <a:t>MusicVAE</a:t>
            </a:r>
            <a:r>
              <a:rPr lang="en-US" sz="1400" dirty="0"/>
              <a:t> - </a:t>
            </a:r>
            <a:r>
              <a:rPr lang="en-US" sz="1400" dirty="0" err="1"/>
              <a:t>MusicVAE</a:t>
            </a:r>
            <a:r>
              <a:rPr lang="en-US" sz="1400" dirty="0"/>
              <a:t> is a VAE-based model by Google’s Magenta that generates music by learning from sequences. It provides tools for music composition and transformation.</a:t>
            </a:r>
          </a:p>
          <a:p>
            <a:endParaRPr lang="en-US" sz="1800" dirty="0"/>
          </a:p>
          <a:p>
            <a:endParaRPr lang="en-US" dirty="0"/>
          </a:p>
        </p:txBody>
      </p:sp>
    </p:spTree>
    <p:extLst>
      <p:ext uri="{BB962C8B-B14F-4D97-AF65-F5344CB8AC3E}">
        <p14:creationId xmlns:p14="http://schemas.microsoft.com/office/powerpoint/2010/main" val="1593539245"/>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B6DFBB2-CC30-68C1-46DF-7206B2585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57E57-BF5B-0989-BB33-FCE60166B380}"/>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96ECCEB3-3AF5-D2B6-FE20-D87DACF57533}"/>
              </a:ext>
            </a:extLst>
          </p:cNvPr>
          <p:cNvSpPr>
            <a:spLocks noGrp="1"/>
          </p:cNvSpPr>
          <p:nvPr>
            <p:ph idx="1"/>
          </p:nvPr>
        </p:nvSpPr>
        <p:spPr>
          <a:xfrm>
            <a:off x="1371600" y="1484671"/>
            <a:ext cx="9601200" cy="5004619"/>
          </a:xfrm>
        </p:spPr>
        <p:txBody>
          <a:bodyPr/>
          <a:lstStyle/>
          <a:p>
            <a:r>
              <a:rPr lang="en-US" sz="1800" dirty="0"/>
              <a:t>J. Ho, A. Jain, and P. </a:t>
            </a:r>
            <a:r>
              <a:rPr lang="en-US" sz="1800" dirty="0" err="1"/>
              <a:t>Abbeel</a:t>
            </a:r>
            <a:r>
              <a:rPr lang="en-US" sz="1800" dirty="0"/>
              <a:t>, "Denoising Diffusion Probabilistic Models," </a:t>
            </a:r>
            <a:r>
              <a:rPr lang="en-US" sz="1800" i="1" dirty="0"/>
              <a:t>in Advances in Neural Information Processing Systems</a:t>
            </a:r>
            <a:r>
              <a:rPr lang="en-US" sz="1800" dirty="0"/>
              <a:t>, vol. 33, pp. 6840–6851, 2020.</a:t>
            </a:r>
          </a:p>
          <a:p>
            <a:r>
              <a:rPr lang="en-US" sz="1800" b="1" dirty="0"/>
              <a:t>Score-Based Models for Audio Generation</a:t>
            </a:r>
            <a:r>
              <a:rPr lang="en-US" sz="1800" dirty="0"/>
              <a:t> - Overview and applications of diffusion models for audio in a general sense</a:t>
            </a:r>
          </a:p>
          <a:p>
            <a:r>
              <a:rPr lang="en-US" sz="1800" b="1" dirty="0"/>
              <a:t>Diffusion Models for Audio</a:t>
            </a:r>
            <a:r>
              <a:rPr lang="en-US" sz="1400" dirty="0"/>
              <a:t> - </a:t>
            </a:r>
            <a:r>
              <a:rPr lang="en-US" sz="1800" dirty="0"/>
              <a:t>A guide to understanding how diffusion models are applied to audio.</a:t>
            </a:r>
          </a:p>
          <a:p>
            <a:r>
              <a:rPr lang="en-US" sz="1800" b="1" dirty="0"/>
              <a:t>Hugging Face Transformers</a:t>
            </a:r>
            <a:r>
              <a:rPr lang="en-US" sz="1400" dirty="0"/>
              <a:t> </a:t>
            </a:r>
            <a:r>
              <a:rPr lang="en-US" sz="1800" dirty="0"/>
              <a:t>- Extensive tutorials and tools for using transformer models, including BERT, GPT, and other transformer-based architectures for creative tasks: Hugging Face Transformers</a:t>
            </a:r>
          </a:p>
          <a:p>
            <a:endParaRPr lang="en-US" sz="1800" dirty="0"/>
          </a:p>
          <a:p>
            <a:endParaRPr lang="en-US" dirty="0"/>
          </a:p>
        </p:txBody>
      </p:sp>
    </p:spTree>
    <p:extLst>
      <p:ext uri="{BB962C8B-B14F-4D97-AF65-F5344CB8AC3E}">
        <p14:creationId xmlns:p14="http://schemas.microsoft.com/office/powerpoint/2010/main" val="1427294200"/>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win32_fixed" id="{558D5976-FB30-4A95-BB80-CA116B0EB176}" vid="{E687FBBE-46FC-480B-AF08-1C12C660A1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E2FB8F-FBDB-405A-A6AC-9CF7C859199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FC2BBCC-A5B7-4DDE-8795-98160FD34D4E}">
  <ds:schemaRefs>
    <ds:schemaRef ds:uri="http://schemas.microsoft.com/sharepoint/v3/contenttype/forms"/>
  </ds:schemaRefs>
</ds:datastoreItem>
</file>

<file path=customXml/itemProps3.xml><?xml version="1.0" encoding="utf-8"?>
<ds:datastoreItem xmlns:ds="http://schemas.openxmlformats.org/officeDocument/2006/customXml" ds:itemID="{45BF0FE3-3D8D-448F-9BC3-1FD016A859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475</TotalTime>
  <Words>4054</Words>
  <Application>Microsoft Office PowerPoint</Application>
  <PresentationFormat>Widescreen</PresentationFormat>
  <Paragraphs>325</Paragraphs>
  <Slides>46</Slides>
  <Notes>0</Notes>
  <HiddenSlides>0</HiddenSlides>
  <MMClips>6</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Franklin Gothic Book</vt:lpstr>
      <vt:lpstr>Impact</vt:lpstr>
      <vt:lpstr>Times New Roman</vt:lpstr>
      <vt:lpstr>Crop</vt:lpstr>
      <vt:lpstr>Symphony Of Algorithms: Music Composition using Deep Learning Models</vt:lpstr>
      <vt:lpstr>CONTENTS</vt:lpstr>
      <vt:lpstr>INTRODUCTION</vt:lpstr>
      <vt:lpstr>PROBLEM STATEMENT</vt:lpstr>
      <vt:lpstr>RESEARCH OBJECTIVE</vt:lpstr>
      <vt:lpstr>ARCHITECTURES</vt:lpstr>
      <vt:lpstr>GAN ARCHITECTURE </vt:lpstr>
      <vt:lpstr>GRU ARCHITECTURE</vt:lpstr>
      <vt:lpstr>VAE ARCHITECTURE</vt:lpstr>
      <vt:lpstr>JUKEBOX ARCHITECTURE</vt:lpstr>
      <vt:lpstr>TRANSFORMERS ARCHITECTURE</vt:lpstr>
      <vt:lpstr>DIFFUSION MODEL ARCHITECTURE</vt:lpstr>
      <vt:lpstr>PROPOSED SYSTEMS </vt:lpstr>
      <vt:lpstr>PROPOSED SYSTEMS </vt:lpstr>
      <vt:lpstr>PROPOSED SYSTEMS </vt:lpstr>
      <vt:lpstr>PROPOSED SYSTEMS </vt:lpstr>
      <vt:lpstr>PROPOSED SYSTEMS </vt:lpstr>
      <vt:lpstr>PROPOSED MODELS </vt:lpstr>
      <vt:lpstr>PROPOSED MODELS </vt:lpstr>
      <vt:lpstr>PROPOSED MODELS </vt:lpstr>
      <vt:lpstr>PROPOSED MODELS </vt:lpstr>
      <vt:lpstr>PROPOSED MODELS </vt:lpstr>
      <vt:lpstr>PROPOSED MODELS </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100% IMPLEMENTATION WITH RESULTS</vt:lpstr>
      <vt:lpstr>OUTPUT GENERATED</vt:lpstr>
      <vt:lpstr>OUTPUT GENERATED</vt:lpstr>
      <vt:lpstr>INTERPRETATION</vt:lpstr>
      <vt:lpstr>INTERPRETATION</vt:lpstr>
      <vt:lpstr>INTERPRETATION</vt:lpstr>
      <vt:lpstr>INTERPRETATION</vt:lpstr>
      <vt:lpstr>CONCLUSION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Hamshika Radhakrishnan</dc:creator>
  <cp:lastModifiedBy>Harshita Rajinikanth</cp:lastModifiedBy>
  <cp:revision>10</cp:revision>
  <dcterms:created xsi:type="dcterms:W3CDTF">2024-11-05T14:56:34Z</dcterms:created>
  <dcterms:modified xsi:type="dcterms:W3CDTF">2024-11-16T06:29:43Z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